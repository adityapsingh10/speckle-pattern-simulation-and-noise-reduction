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7"/>
  </p:notesMasterIdLst>
  <p:sldIdLst>
    <p:sldId id="264" r:id="rId2"/>
    <p:sldId id="273" r:id="rId3"/>
    <p:sldId id="256" r:id="rId4"/>
    <p:sldId id="267" r:id="rId5"/>
    <p:sldId id="258" r:id="rId6"/>
    <p:sldId id="260" r:id="rId7"/>
    <p:sldId id="266" r:id="rId8"/>
    <p:sldId id="257" r:id="rId9"/>
    <p:sldId id="261" r:id="rId10"/>
    <p:sldId id="268" r:id="rId11"/>
    <p:sldId id="270" r:id="rId12"/>
    <p:sldId id="269" r:id="rId13"/>
    <p:sldId id="263" r:id="rId14"/>
    <p:sldId id="271"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E8AA34-4885-4520-91E6-C806F6190A59}" type="datetimeFigureOut">
              <a:rPr lang="en-US" smtClean="0"/>
              <a:t>5/15/2025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346B64-8B67-480E-B1F8-0904A51BA0B7}" type="slidenum">
              <a:rPr lang="en-US" smtClean="0"/>
              <a:t>‹#›</a:t>
            </a:fld>
            <a:endParaRPr lang="en-US"/>
          </a:p>
        </p:txBody>
      </p:sp>
    </p:spTree>
    <p:extLst>
      <p:ext uri="{BB962C8B-B14F-4D97-AF65-F5344CB8AC3E}">
        <p14:creationId xmlns:p14="http://schemas.microsoft.com/office/powerpoint/2010/main" val="1689416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46B64-8B67-480E-B1F8-0904A51BA0B7}" type="slidenum">
              <a:rPr lang="en-US" smtClean="0"/>
              <a:t>1</a:t>
            </a:fld>
            <a:endParaRPr lang="en-US"/>
          </a:p>
        </p:txBody>
      </p:sp>
    </p:spTree>
    <p:extLst>
      <p:ext uri="{BB962C8B-B14F-4D97-AF65-F5344CB8AC3E}">
        <p14:creationId xmlns:p14="http://schemas.microsoft.com/office/powerpoint/2010/main" val="3524004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4F30A-4346-C0E0-0150-0DA351F8E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A5CCA-308D-194B-4470-EDAF7FDD3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81E97-2320-DD8B-1A49-0B135D1B5D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D3B839-CE37-9069-1D5A-E1C8FF0B9E4D}"/>
              </a:ext>
            </a:extLst>
          </p:cNvPr>
          <p:cNvSpPr>
            <a:spLocks noGrp="1"/>
          </p:cNvSpPr>
          <p:nvPr>
            <p:ph type="sldNum" sz="quarter" idx="5"/>
          </p:nvPr>
        </p:nvSpPr>
        <p:spPr/>
        <p:txBody>
          <a:bodyPr/>
          <a:lstStyle/>
          <a:p>
            <a:fld id="{07346B64-8B67-480E-B1F8-0904A51BA0B7}" type="slidenum">
              <a:rPr lang="en-US" smtClean="0"/>
              <a:t>2</a:t>
            </a:fld>
            <a:endParaRPr lang="en-US"/>
          </a:p>
        </p:txBody>
      </p:sp>
    </p:spTree>
    <p:extLst>
      <p:ext uri="{BB962C8B-B14F-4D97-AF65-F5344CB8AC3E}">
        <p14:creationId xmlns:p14="http://schemas.microsoft.com/office/powerpoint/2010/main" val="517789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46B64-8B67-480E-B1F8-0904A51BA0B7}" type="slidenum">
              <a:rPr lang="en-US" smtClean="0"/>
              <a:t>5</a:t>
            </a:fld>
            <a:endParaRPr lang="en-US"/>
          </a:p>
        </p:txBody>
      </p:sp>
    </p:spTree>
    <p:extLst>
      <p:ext uri="{BB962C8B-B14F-4D97-AF65-F5344CB8AC3E}">
        <p14:creationId xmlns:p14="http://schemas.microsoft.com/office/powerpoint/2010/main" val="4082066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46B64-8B67-480E-B1F8-0904A51BA0B7}" type="slidenum">
              <a:rPr lang="en-US" smtClean="0"/>
              <a:t>8</a:t>
            </a:fld>
            <a:endParaRPr lang="en-US"/>
          </a:p>
        </p:txBody>
      </p:sp>
    </p:spTree>
    <p:extLst>
      <p:ext uri="{BB962C8B-B14F-4D97-AF65-F5344CB8AC3E}">
        <p14:creationId xmlns:p14="http://schemas.microsoft.com/office/powerpoint/2010/main" val="3551870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85CC-76CE-1D67-7E43-037E03FD9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88A35-946F-481C-7389-9FBA78B02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01BFB-44CD-2644-329A-0A0470D4C4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431B88-18F6-9835-81FA-9DE6FD683301}"/>
              </a:ext>
            </a:extLst>
          </p:cNvPr>
          <p:cNvSpPr>
            <a:spLocks noGrp="1"/>
          </p:cNvSpPr>
          <p:nvPr>
            <p:ph type="sldNum" sz="quarter" idx="5"/>
          </p:nvPr>
        </p:nvSpPr>
        <p:spPr/>
        <p:txBody>
          <a:bodyPr/>
          <a:lstStyle/>
          <a:p>
            <a:fld id="{07346B64-8B67-480E-B1F8-0904A51BA0B7}" type="slidenum">
              <a:rPr lang="en-US" smtClean="0"/>
              <a:t>11</a:t>
            </a:fld>
            <a:endParaRPr lang="en-US"/>
          </a:p>
        </p:txBody>
      </p:sp>
    </p:spTree>
    <p:extLst>
      <p:ext uri="{BB962C8B-B14F-4D97-AF65-F5344CB8AC3E}">
        <p14:creationId xmlns:p14="http://schemas.microsoft.com/office/powerpoint/2010/main" val="868419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31429-5F32-5196-9941-EC8D05CCE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0FB00-0A9A-8722-4387-627A937CC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053B9-81E8-5A41-867B-F9630E717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387A3E-102A-CA81-6DCB-4973B267F7AC}"/>
              </a:ext>
            </a:extLst>
          </p:cNvPr>
          <p:cNvSpPr>
            <a:spLocks noGrp="1"/>
          </p:cNvSpPr>
          <p:nvPr>
            <p:ph type="sldNum" sz="quarter" idx="5"/>
          </p:nvPr>
        </p:nvSpPr>
        <p:spPr/>
        <p:txBody>
          <a:bodyPr/>
          <a:lstStyle/>
          <a:p>
            <a:fld id="{07346B64-8B67-480E-B1F8-0904A51BA0B7}" type="slidenum">
              <a:rPr lang="en-US" smtClean="0"/>
              <a:t>12</a:t>
            </a:fld>
            <a:endParaRPr lang="en-US"/>
          </a:p>
        </p:txBody>
      </p:sp>
    </p:spTree>
    <p:extLst>
      <p:ext uri="{BB962C8B-B14F-4D97-AF65-F5344CB8AC3E}">
        <p14:creationId xmlns:p14="http://schemas.microsoft.com/office/powerpoint/2010/main" val="2046910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46B64-8B67-480E-B1F8-0904A51BA0B7}" type="slidenum">
              <a:rPr lang="en-US" smtClean="0"/>
              <a:t>13</a:t>
            </a:fld>
            <a:endParaRPr lang="en-US"/>
          </a:p>
        </p:txBody>
      </p:sp>
    </p:spTree>
    <p:extLst>
      <p:ext uri="{BB962C8B-B14F-4D97-AF65-F5344CB8AC3E}">
        <p14:creationId xmlns:p14="http://schemas.microsoft.com/office/powerpoint/2010/main" val="1499957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E67FE-EA18-C431-A146-F5D482D6D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2A425-6987-8260-621E-8CA3326B1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9DA2B-D855-11E0-18CA-AAEAE517E1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C2EDC9-3BAD-8FF6-A1D5-C33B373ACEA7}"/>
              </a:ext>
            </a:extLst>
          </p:cNvPr>
          <p:cNvSpPr>
            <a:spLocks noGrp="1"/>
          </p:cNvSpPr>
          <p:nvPr>
            <p:ph type="sldNum" sz="quarter" idx="5"/>
          </p:nvPr>
        </p:nvSpPr>
        <p:spPr/>
        <p:txBody>
          <a:bodyPr/>
          <a:lstStyle/>
          <a:p>
            <a:fld id="{07346B64-8B67-480E-B1F8-0904A51BA0B7}" type="slidenum">
              <a:rPr lang="en-US" smtClean="0"/>
              <a:t>14</a:t>
            </a:fld>
            <a:endParaRPr lang="en-US"/>
          </a:p>
        </p:txBody>
      </p:sp>
    </p:spTree>
    <p:extLst>
      <p:ext uri="{BB962C8B-B14F-4D97-AF65-F5344CB8AC3E}">
        <p14:creationId xmlns:p14="http://schemas.microsoft.com/office/powerpoint/2010/main" val="378799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360C1-1C9C-3AC3-9A2E-390A5733B9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2634D-BA46-6579-8574-9CE4FB5A8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EF57E1-464A-DF9A-877B-A0D74ACE48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14A7C5-C02F-3FAC-C8C2-E8AC24E0FA0F}"/>
              </a:ext>
            </a:extLst>
          </p:cNvPr>
          <p:cNvSpPr>
            <a:spLocks noGrp="1"/>
          </p:cNvSpPr>
          <p:nvPr>
            <p:ph type="sldNum" sz="quarter" idx="5"/>
          </p:nvPr>
        </p:nvSpPr>
        <p:spPr/>
        <p:txBody>
          <a:bodyPr/>
          <a:lstStyle/>
          <a:p>
            <a:fld id="{07346B64-8B67-480E-B1F8-0904A51BA0B7}" type="slidenum">
              <a:rPr lang="en-US" smtClean="0"/>
              <a:t>15</a:t>
            </a:fld>
            <a:endParaRPr lang="en-US"/>
          </a:p>
        </p:txBody>
      </p:sp>
    </p:spTree>
    <p:extLst>
      <p:ext uri="{BB962C8B-B14F-4D97-AF65-F5344CB8AC3E}">
        <p14:creationId xmlns:p14="http://schemas.microsoft.com/office/powerpoint/2010/main" val="416880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AEEB09A-F68B-4392-BF9A-3989ED354EE9}" type="datetimeFigureOut">
              <a:rPr lang="en-IN" smtClean="0"/>
              <a:t>15-05-2025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79068409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EEB09A-F68B-4392-BF9A-3989ED354EE9}" type="datetimeFigureOut">
              <a:rPr lang="en-IN" smtClean="0"/>
              <a:t>15-05-2025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2011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AEEB09A-F68B-4392-BF9A-3989ED354EE9}" type="datetimeFigureOut">
              <a:rPr lang="en-IN" smtClean="0"/>
              <a:t>15-05-2025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8205574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AEEB09A-F68B-4392-BF9A-3989ED354EE9}" type="datetimeFigureOut">
              <a:rPr lang="en-IN" smtClean="0"/>
              <a:t>15-05-2025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327577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AEEB09A-F68B-4392-BF9A-3989ED354EE9}" type="datetimeFigureOut">
              <a:rPr lang="en-IN" smtClean="0"/>
              <a:t>15-05-2025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F2174A7-CF26-41FB-B34B-93D3A9C1EAEF}"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51852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EEB09A-F68B-4392-BF9A-3989ED354EE9}" type="datetimeFigureOut">
              <a:rPr lang="en-IN" smtClean="0"/>
              <a:t>15-05-2025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699701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EEB09A-F68B-4392-BF9A-3989ED354EE9}" type="datetimeFigureOut">
              <a:rPr lang="en-IN" smtClean="0"/>
              <a:t>15-05-2025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189241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AEEB09A-F68B-4392-BF9A-3989ED354EE9}" type="datetimeFigureOut">
              <a:rPr lang="en-IN" smtClean="0"/>
              <a:t>15-05-2025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396829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AEEB09A-F68B-4392-BF9A-3989ED354EE9}" type="datetimeFigureOut">
              <a:rPr lang="en-IN" smtClean="0"/>
              <a:t>15-05-2025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1398058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EEB09A-F68B-4392-BF9A-3989ED354EE9}" type="datetimeFigureOut">
              <a:rPr lang="en-IN" smtClean="0"/>
              <a:t>15-05-2025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2499500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EEB09A-F68B-4392-BF9A-3989ED354EE9}" type="datetimeFigureOut">
              <a:rPr lang="en-IN" smtClean="0"/>
              <a:t>15-05-2025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F2174A7-CF26-41FB-B34B-93D3A9C1EAEF}" type="slidenum">
              <a:rPr lang="en-IN" smtClean="0"/>
              <a:t>‹#›</a:t>
            </a:fld>
            <a:endParaRPr lang="en-IN"/>
          </a:p>
        </p:txBody>
      </p:sp>
    </p:spTree>
    <p:extLst>
      <p:ext uri="{BB962C8B-B14F-4D97-AF65-F5344CB8AC3E}">
        <p14:creationId xmlns:p14="http://schemas.microsoft.com/office/powerpoint/2010/main" val="1542386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AEEB09A-F68B-4392-BF9A-3989ED354EE9}" type="datetimeFigureOut">
              <a:rPr lang="en-IN" smtClean="0"/>
              <a:t>15-05-2025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DF2174A7-CF26-41FB-B34B-93D3A9C1EAEF}" type="slidenum">
              <a:rPr lang="en-IN" smtClean="0"/>
              <a:t>‹#›</a:t>
            </a:fld>
            <a:endParaRPr lang="en-IN"/>
          </a:p>
        </p:txBody>
      </p:sp>
    </p:spTree>
    <p:extLst>
      <p:ext uri="{BB962C8B-B14F-4D97-AF65-F5344CB8AC3E}">
        <p14:creationId xmlns:p14="http://schemas.microsoft.com/office/powerpoint/2010/main" val="105005309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312005" y="519546"/>
            <a:ext cx="7293685" cy="1192883"/>
          </a:xfrm>
          <a:custGeom>
            <a:avLst/>
            <a:gdLst>
              <a:gd name="connsiteX0" fmla="*/ 0 w 7293685"/>
              <a:gd name="connsiteY0" fmla="*/ 0 h 1192883"/>
              <a:gd name="connsiteX1" fmla="*/ 488116 w 7293685"/>
              <a:gd name="connsiteY1" fmla="*/ 0 h 1192883"/>
              <a:gd name="connsiteX2" fmla="*/ 1122105 w 7293685"/>
              <a:gd name="connsiteY2" fmla="*/ 0 h 1192883"/>
              <a:gd name="connsiteX3" fmla="*/ 1610221 w 7293685"/>
              <a:gd name="connsiteY3" fmla="*/ 0 h 1192883"/>
              <a:gd name="connsiteX4" fmla="*/ 2025400 w 7293685"/>
              <a:gd name="connsiteY4" fmla="*/ 0 h 1192883"/>
              <a:gd name="connsiteX5" fmla="*/ 2367642 w 7293685"/>
              <a:gd name="connsiteY5" fmla="*/ 0 h 1192883"/>
              <a:gd name="connsiteX6" fmla="*/ 3001632 w 7293685"/>
              <a:gd name="connsiteY6" fmla="*/ 0 h 1192883"/>
              <a:gd name="connsiteX7" fmla="*/ 3343874 w 7293685"/>
              <a:gd name="connsiteY7" fmla="*/ 0 h 1192883"/>
              <a:gd name="connsiteX8" fmla="*/ 4050800 w 7293685"/>
              <a:gd name="connsiteY8" fmla="*/ 0 h 1192883"/>
              <a:gd name="connsiteX9" fmla="*/ 4465979 w 7293685"/>
              <a:gd name="connsiteY9" fmla="*/ 0 h 1192883"/>
              <a:gd name="connsiteX10" fmla="*/ 4808222 w 7293685"/>
              <a:gd name="connsiteY10" fmla="*/ 0 h 1192883"/>
              <a:gd name="connsiteX11" fmla="*/ 5223401 w 7293685"/>
              <a:gd name="connsiteY11" fmla="*/ 0 h 1192883"/>
              <a:gd name="connsiteX12" fmla="*/ 5638580 w 7293685"/>
              <a:gd name="connsiteY12" fmla="*/ 0 h 1192883"/>
              <a:gd name="connsiteX13" fmla="*/ 6272569 w 7293685"/>
              <a:gd name="connsiteY13" fmla="*/ 0 h 1192883"/>
              <a:gd name="connsiteX14" fmla="*/ 7293685 w 7293685"/>
              <a:gd name="connsiteY14" fmla="*/ 0 h 1192883"/>
              <a:gd name="connsiteX15" fmla="*/ 7293685 w 7293685"/>
              <a:gd name="connsiteY15" fmla="*/ 620299 h 1192883"/>
              <a:gd name="connsiteX16" fmla="*/ 7293685 w 7293685"/>
              <a:gd name="connsiteY16" fmla="*/ 1192883 h 1192883"/>
              <a:gd name="connsiteX17" fmla="*/ 6951443 w 7293685"/>
              <a:gd name="connsiteY17" fmla="*/ 1192883 h 1192883"/>
              <a:gd name="connsiteX18" fmla="*/ 6463327 w 7293685"/>
              <a:gd name="connsiteY18" fmla="*/ 1192883 h 1192883"/>
              <a:gd name="connsiteX19" fmla="*/ 6048148 w 7293685"/>
              <a:gd name="connsiteY19" fmla="*/ 1192883 h 1192883"/>
              <a:gd name="connsiteX20" fmla="*/ 5341222 w 7293685"/>
              <a:gd name="connsiteY20" fmla="*/ 1192883 h 1192883"/>
              <a:gd name="connsiteX21" fmla="*/ 4707232 w 7293685"/>
              <a:gd name="connsiteY21" fmla="*/ 1192883 h 1192883"/>
              <a:gd name="connsiteX22" fmla="*/ 4364990 w 7293685"/>
              <a:gd name="connsiteY22" fmla="*/ 1192883 h 1192883"/>
              <a:gd name="connsiteX23" fmla="*/ 3876874 w 7293685"/>
              <a:gd name="connsiteY23" fmla="*/ 1192883 h 1192883"/>
              <a:gd name="connsiteX24" fmla="*/ 3461695 w 7293685"/>
              <a:gd name="connsiteY24" fmla="*/ 1192883 h 1192883"/>
              <a:gd name="connsiteX25" fmla="*/ 2827706 w 7293685"/>
              <a:gd name="connsiteY25" fmla="*/ 1192883 h 1192883"/>
              <a:gd name="connsiteX26" fmla="*/ 2193716 w 7293685"/>
              <a:gd name="connsiteY26" fmla="*/ 1192883 h 1192883"/>
              <a:gd name="connsiteX27" fmla="*/ 1632663 w 7293685"/>
              <a:gd name="connsiteY27" fmla="*/ 1192883 h 1192883"/>
              <a:gd name="connsiteX28" fmla="*/ 998674 w 7293685"/>
              <a:gd name="connsiteY28" fmla="*/ 1192883 h 1192883"/>
              <a:gd name="connsiteX29" fmla="*/ 0 w 7293685"/>
              <a:gd name="connsiteY29" fmla="*/ 1192883 h 1192883"/>
              <a:gd name="connsiteX30" fmla="*/ 0 w 7293685"/>
              <a:gd name="connsiteY30" fmla="*/ 620299 h 1192883"/>
              <a:gd name="connsiteX31" fmla="*/ 0 w 7293685"/>
              <a:gd name="connsiteY31" fmla="*/ 0 h 1192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293685" h="1192883" fill="none" extrusionOk="0">
                <a:moveTo>
                  <a:pt x="0" y="0"/>
                </a:moveTo>
                <a:cubicBezTo>
                  <a:pt x="177069" y="-40497"/>
                  <a:pt x="298444" y="35080"/>
                  <a:pt x="488116" y="0"/>
                </a:cubicBezTo>
                <a:cubicBezTo>
                  <a:pt x="677788" y="-35080"/>
                  <a:pt x="898286" y="73449"/>
                  <a:pt x="1122105" y="0"/>
                </a:cubicBezTo>
                <a:cubicBezTo>
                  <a:pt x="1345924" y="-73449"/>
                  <a:pt x="1422912" y="22935"/>
                  <a:pt x="1610221" y="0"/>
                </a:cubicBezTo>
                <a:cubicBezTo>
                  <a:pt x="1797530" y="-22935"/>
                  <a:pt x="1876539" y="15660"/>
                  <a:pt x="2025400" y="0"/>
                </a:cubicBezTo>
                <a:cubicBezTo>
                  <a:pt x="2174261" y="-15660"/>
                  <a:pt x="2293748" y="33685"/>
                  <a:pt x="2367642" y="0"/>
                </a:cubicBezTo>
                <a:cubicBezTo>
                  <a:pt x="2441536" y="-33685"/>
                  <a:pt x="2754762" y="50120"/>
                  <a:pt x="3001632" y="0"/>
                </a:cubicBezTo>
                <a:cubicBezTo>
                  <a:pt x="3248502" y="-50120"/>
                  <a:pt x="3242546" y="38885"/>
                  <a:pt x="3343874" y="0"/>
                </a:cubicBezTo>
                <a:cubicBezTo>
                  <a:pt x="3445202" y="-38885"/>
                  <a:pt x="3726630" y="66683"/>
                  <a:pt x="4050800" y="0"/>
                </a:cubicBezTo>
                <a:cubicBezTo>
                  <a:pt x="4374970" y="-66683"/>
                  <a:pt x="4375993" y="26740"/>
                  <a:pt x="4465979" y="0"/>
                </a:cubicBezTo>
                <a:cubicBezTo>
                  <a:pt x="4555965" y="-26740"/>
                  <a:pt x="4673739" y="18371"/>
                  <a:pt x="4808222" y="0"/>
                </a:cubicBezTo>
                <a:cubicBezTo>
                  <a:pt x="4942705" y="-18371"/>
                  <a:pt x="5112184" y="25281"/>
                  <a:pt x="5223401" y="0"/>
                </a:cubicBezTo>
                <a:cubicBezTo>
                  <a:pt x="5334618" y="-25281"/>
                  <a:pt x="5521664" y="18485"/>
                  <a:pt x="5638580" y="0"/>
                </a:cubicBezTo>
                <a:cubicBezTo>
                  <a:pt x="5755496" y="-18485"/>
                  <a:pt x="6128268" y="8276"/>
                  <a:pt x="6272569" y="0"/>
                </a:cubicBezTo>
                <a:cubicBezTo>
                  <a:pt x="6416870" y="-8276"/>
                  <a:pt x="6892650" y="75668"/>
                  <a:pt x="7293685" y="0"/>
                </a:cubicBezTo>
                <a:cubicBezTo>
                  <a:pt x="7312369" y="259977"/>
                  <a:pt x="7268838" y="482279"/>
                  <a:pt x="7293685" y="620299"/>
                </a:cubicBezTo>
                <a:cubicBezTo>
                  <a:pt x="7318532" y="758319"/>
                  <a:pt x="7235211" y="1056661"/>
                  <a:pt x="7293685" y="1192883"/>
                </a:cubicBezTo>
                <a:cubicBezTo>
                  <a:pt x="7205128" y="1217755"/>
                  <a:pt x="7078877" y="1176650"/>
                  <a:pt x="6951443" y="1192883"/>
                </a:cubicBezTo>
                <a:cubicBezTo>
                  <a:pt x="6824009" y="1209116"/>
                  <a:pt x="6677843" y="1172178"/>
                  <a:pt x="6463327" y="1192883"/>
                </a:cubicBezTo>
                <a:cubicBezTo>
                  <a:pt x="6248811" y="1213588"/>
                  <a:pt x="6226949" y="1187828"/>
                  <a:pt x="6048148" y="1192883"/>
                </a:cubicBezTo>
                <a:cubicBezTo>
                  <a:pt x="5869347" y="1197938"/>
                  <a:pt x="5666500" y="1114546"/>
                  <a:pt x="5341222" y="1192883"/>
                </a:cubicBezTo>
                <a:cubicBezTo>
                  <a:pt x="5015944" y="1271220"/>
                  <a:pt x="5009366" y="1121907"/>
                  <a:pt x="4707232" y="1192883"/>
                </a:cubicBezTo>
                <a:cubicBezTo>
                  <a:pt x="4405098" y="1263859"/>
                  <a:pt x="4533575" y="1163730"/>
                  <a:pt x="4364990" y="1192883"/>
                </a:cubicBezTo>
                <a:cubicBezTo>
                  <a:pt x="4196405" y="1222036"/>
                  <a:pt x="3990174" y="1178530"/>
                  <a:pt x="3876874" y="1192883"/>
                </a:cubicBezTo>
                <a:cubicBezTo>
                  <a:pt x="3763574" y="1207236"/>
                  <a:pt x="3662519" y="1152867"/>
                  <a:pt x="3461695" y="1192883"/>
                </a:cubicBezTo>
                <a:cubicBezTo>
                  <a:pt x="3260871" y="1232899"/>
                  <a:pt x="2998851" y="1189825"/>
                  <a:pt x="2827706" y="1192883"/>
                </a:cubicBezTo>
                <a:cubicBezTo>
                  <a:pt x="2656561" y="1195941"/>
                  <a:pt x="2328228" y="1190565"/>
                  <a:pt x="2193716" y="1192883"/>
                </a:cubicBezTo>
                <a:cubicBezTo>
                  <a:pt x="2059204" y="1195201"/>
                  <a:pt x="1851528" y="1140953"/>
                  <a:pt x="1632663" y="1192883"/>
                </a:cubicBezTo>
                <a:cubicBezTo>
                  <a:pt x="1413798" y="1244813"/>
                  <a:pt x="1159356" y="1170372"/>
                  <a:pt x="998674" y="1192883"/>
                </a:cubicBezTo>
                <a:cubicBezTo>
                  <a:pt x="837992" y="1215394"/>
                  <a:pt x="343404" y="1132921"/>
                  <a:pt x="0" y="1192883"/>
                </a:cubicBezTo>
                <a:cubicBezTo>
                  <a:pt x="-23331" y="929186"/>
                  <a:pt x="68211" y="743941"/>
                  <a:pt x="0" y="620299"/>
                </a:cubicBezTo>
                <a:cubicBezTo>
                  <a:pt x="-68211" y="496657"/>
                  <a:pt x="7661" y="237095"/>
                  <a:pt x="0" y="0"/>
                </a:cubicBezTo>
                <a:close/>
              </a:path>
              <a:path w="7293685" h="1192883" stroke="0" extrusionOk="0">
                <a:moveTo>
                  <a:pt x="0" y="0"/>
                </a:moveTo>
                <a:cubicBezTo>
                  <a:pt x="118358" y="-37223"/>
                  <a:pt x="255529" y="14417"/>
                  <a:pt x="342242" y="0"/>
                </a:cubicBezTo>
                <a:cubicBezTo>
                  <a:pt x="428955" y="-14417"/>
                  <a:pt x="726647" y="58535"/>
                  <a:pt x="830358" y="0"/>
                </a:cubicBezTo>
                <a:cubicBezTo>
                  <a:pt x="934069" y="-58535"/>
                  <a:pt x="1155371" y="1378"/>
                  <a:pt x="1464348" y="0"/>
                </a:cubicBezTo>
                <a:cubicBezTo>
                  <a:pt x="1773325" y="-1378"/>
                  <a:pt x="1958406" y="37132"/>
                  <a:pt x="2098337" y="0"/>
                </a:cubicBezTo>
                <a:cubicBezTo>
                  <a:pt x="2238268" y="-37132"/>
                  <a:pt x="2483635" y="3891"/>
                  <a:pt x="2586453" y="0"/>
                </a:cubicBezTo>
                <a:cubicBezTo>
                  <a:pt x="2689271" y="-3891"/>
                  <a:pt x="2832324" y="50061"/>
                  <a:pt x="3074569" y="0"/>
                </a:cubicBezTo>
                <a:cubicBezTo>
                  <a:pt x="3316814" y="-50061"/>
                  <a:pt x="3347428" y="21754"/>
                  <a:pt x="3416811" y="0"/>
                </a:cubicBezTo>
                <a:cubicBezTo>
                  <a:pt x="3486194" y="-21754"/>
                  <a:pt x="3671526" y="3611"/>
                  <a:pt x="3904927" y="0"/>
                </a:cubicBezTo>
                <a:cubicBezTo>
                  <a:pt x="4138328" y="-3611"/>
                  <a:pt x="4251964" y="52446"/>
                  <a:pt x="4393043" y="0"/>
                </a:cubicBezTo>
                <a:cubicBezTo>
                  <a:pt x="4534122" y="-52446"/>
                  <a:pt x="4683246" y="23208"/>
                  <a:pt x="4808222" y="0"/>
                </a:cubicBezTo>
                <a:cubicBezTo>
                  <a:pt x="4933198" y="-23208"/>
                  <a:pt x="5109041" y="39618"/>
                  <a:pt x="5369274" y="0"/>
                </a:cubicBezTo>
                <a:cubicBezTo>
                  <a:pt x="5629507" y="-39618"/>
                  <a:pt x="5671597" y="9341"/>
                  <a:pt x="5930327" y="0"/>
                </a:cubicBezTo>
                <a:cubicBezTo>
                  <a:pt x="6189057" y="-9341"/>
                  <a:pt x="6416474" y="24019"/>
                  <a:pt x="6637253" y="0"/>
                </a:cubicBezTo>
                <a:cubicBezTo>
                  <a:pt x="6858032" y="-24019"/>
                  <a:pt x="6975271" y="45302"/>
                  <a:pt x="7293685" y="0"/>
                </a:cubicBezTo>
                <a:cubicBezTo>
                  <a:pt x="7312882" y="200939"/>
                  <a:pt x="7231008" y="300976"/>
                  <a:pt x="7293685" y="572584"/>
                </a:cubicBezTo>
                <a:cubicBezTo>
                  <a:pt x="7356362" y="844192"/>
                  <a:pt x="7276939" y="952384"/>
                  <a:pt x="7293685" y="1192883"/>
                </a:cubicBezTo>
                <a:cubicBezTo>
                  <a:pt x="7083981" y="1270297"/>
                  <a:pt x="6755912" y="1146036"/>
                  <a:pt x="6586759" y="1192883"/>
                </a:cubicBezTo>
                <a:cubicBezTo>
                  <a:pt x="6417606" y="1239730"/>
                  <a:pt x="6161946" y="1146464"/>
                  <a:pt x="5952769" y="1192883"/>
                </a:cubicBezTo>
                <a:cubicBezTo>
                  <a:pt x="5743592" y="1239302"/>
                  <a:pt x="5646091" y="1174494"/>
                  <a:pt x="5464653" y="1192883"/>
                </a:cubicBezTo>
                <a:cubicBezTo>
                  <a:pt x="5283215" y="1211272"/>
                  <a:pt x="5245010" y="1181533"/>
                  <a:pt x="5122411" y="1192883"/>
                </a:cubicBezTo>
                <a:cubicBezTo>
                  <a:pt x="4999812" y="1204233"/>
                  <a:pt x="4831641" y="1181334"/>
                  <a:pt x="4634295" y="1192883"/>
                </a:cubicBezTo>
                <a:cubicBezTo>
                  <a:pt x="4436949" y="1204432"/>
                  <a:pt x="4190168" y="1131620"/>
                  <a:pt x="4000306" y="1192883"/>
                </a:cubicBezTo>
                <a:cubicBezTo>
                  <a:pt x="3810444" y="1254146"/>
                  <a:pt x="3460429" y="1136578"/>
                  <a:pt x="3293379" y="1192883"/>
                </a:cubicBezTo>
                <a:cubicBezTo>
                  <a:pt x="3126329" y="1249188"/>
                  <a:pt x="2887924" y="1180955"/>
                  <a:pt x="2659390" y="1192883"/>
                </a:cubicBezTo>
                <a:cubicBezTo>
                  <a:pt x="2430856" y="1204811"/>
                  <a:pt x="2272029" y="1155424"/>
                  <a:pt x="2171274" y="1192883"/>
                </a:cubicBezTo>
                <a:cubicBezTo>
                  <a:pt x="2070519" y="1230342"/>
                  <a:pt x="1682234" y="1125144"/>
                  <a:pt x="1537284" y="1192883"/>
                </a:cubicBezTo>
                <a:cubicBezTo>
                  <a:pt x="1392334" y="1260622"/>
                  <a:pt x="1097057" y="1172753"/>
                  <a:pt x="976232" y="1192883"/>
                </a:cubicBezTo>
                <a:cubicBezTo>
                  <a:pt x="855407" y="1213013"/>
                  <a:pt x="671421" y="1186202"/>
                  <a:pt x="561053" y="1192883"/>
                </a:cubicBezTo>
                <a:cubicBezTo>
                  <a:pt x="450685" y="1199564"/>
                  <a:pt x="187934" y="1126494"/>
                  <a:pt x="0" y="1192883"/>
                </a:cubicBezTo>
                <a:cubicBezTo>
                  <a:pt x="-67167" y="1077476"/>
                  <a:pt x="53822" y="880684"/>
                  <a:pt x="0" y="620299"/>
                </a:cubicBezTo>
                <a:cubicBezTo>
                  <a:pt x="-53822" y="359914"/>
                  <a:pt x="70925" y="200189"/>
                  <a:pt x="0" y="0"/>
                </a:cubicBezTo>
                <a:close/>
              </a:path>
            </a:pathLst>
          </a:custGeom>
          <a:ln>
            <a:extLst>
              <a:ext uri="{C807C97D-BFC1-408E-A445-0C87EB9F89A2}">
                <ask:lineSketchStyleProps xmlns:ask="http://schemas.microsoft.com/office/drawing/2018/sketchyshapes" sd="2729881251">
                  <ask:type>
                    <ask:lineSketchScribble/>
                  </ask:type>
                </ask:lineSketchStyleProps>
              </a:ext>
            </a:extLst>
          </a:ln>
        </p:spPr>
        <p:txBody>
          <a:bodyPr>
            <a:noAutofit/>
          </a:bodyPr>
          <a:lstStyle/>
          <a:p>
            <a:pPr algn="ctr"/>
            <a:r>
              <a:rPr lang="en-IN" sz="5040" b="1" u="sng" dirty="0">
                <a:solidFill>
                  <a:schemeClr val="accent6">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SPECKLE PATTERN</a:t>
            </a:r>
          </a:p>
        </p:txBody>
      </p:sp>
      <p:sp>
        <p:nvSpPr>
          <p:cNvPr id="3" name="Subtitle 2"/>
          <p:cNvSpPr>
            <a:spLocks noGrp="1"/>
          </p:cNvSpPr>
          <p:nvPr>
            <p:ph type="subTitle" idx="1"/>
          </p:nvPr>
        </p:nvSpPr>
        <p:spPr>
          <a:xfrm>
            <a:off x="1994521" y="2608930"/>
            <a:ext cx="8202957" cy="4062034"/>
          </a:xfrm>
        </p:spPr>
        <p:txBody>
          <a:bodyPr>
            <a:noAutofit/>
          </a:bodyPr>
          <a:lstStyle/>
          <a:p>
            <a:r>
              <a:rPr lang="en-US" sz="1920" dirty="0">
                <a:solidFill>
                  <a:schemeClr val="bg1"/>
                </a:solidFill>
                <a:latin typeface="Century" panose="02040604050505020304" charset="0"/>
                <a:cs typeface="Century" panose="02040604050505020304" charset="0"/>
              </a:rPr>
              <a:t>PRESENTED BY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Aditya Pratap Singh</a:t>
            </a:r>
            <a:endParaRPr kumimoji="0" lang="en-US" sz="2400" b="1" i="0" u="none" strike="noStrike" kern="1200" cap="none" spc="0" normalizeH="0" baseline="0" noProof="0" dirty="0">
              <a:ln>
                <a:noFill/>
              </a:ln>
              <a:solidFill>
                <a:schemeClr val="bg1">
                  <a:lumMod val="95000"/>
                  <a:lumOff val="5000"/>
                </a:scheme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Roll No. </a:t>
            </a:r>
            <a:r>
              <a:rPr lang="en-US" sz="2400" dirty="0">
                <a:solidFill>
                  <a:prstClr val="black"/>
                </a:solidFill>
                <a:latin typeface="Times New Roman" panose="02020603050405020304" pitchFamily="18" charset="0"/>
                <a:cs typeface="Times New Roman" panose="02020603050405020304" pitchFamily="18" charset="0"/>
              </a:rPr>
              <a:t>237601</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Enrollment no. 074/23</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Under supervision of: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00B050"/>
                </a:solidFill>
                <a:latin typeface="Times New Roman" panose="02020603050405020304" pitchFamily="18" charset="0"/>
                <a:cs typeface="Times New Roman" panose="02020603050405020304" pitchFamily="18" charset="0"/>
              </a:rPr>
              <a:t>Dr. Devendra Singh</a:t>
            </a:r>
            <a:endParaRPr kumimoji="0" lang="en-US" sz="2800" b="1" i="0"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endParaRPr>
          </a:p>
          <a:p>
            <a:r>
              <a:rPr lang="en-US" sz="2160" dirty="0">
                <a:solidFill>
                  <a:schemeClr val="bg1"/>
                </a:solidFill>
                <a:latin typeface="Century" panose="02040604050505020304" charset="0"/>
                <a:cs typeface="Century" panose="02040604050505020304" charset="0"/>
              </a:rPr>
              <a:t>DEPARTMENT OF PHYSICS</a:t>
            </a:r>
          </a:p>
          <a:p>
            <a:r>
              <a:rPr lang="en-IN" altLang="en-US" sz="2160" dirty="0">
                <a:solidFill>
                  <a:schemeClr val="bg1"/>
                </a:solidFill>
                <a:latin typeface="Century" panose="02040604050505020304" charset="0"/>
                <a:cs typeface="Century" panose="02040604050505020304" charset="0"/>
              </a:rPr>
              <a:t>School of Physical and Decision Science</a:t>
            </a:r>
          </a:p>
          <a:p>
            <a:r>
              <a:rPr lang="en-IN" altLang="en-US" sz="2160" dirty="0">
                <a:solidFill>
                  <a:schemeClr val="bg1"/>
                </a:solidFill>
                <a:latin typeface="Century" panose="02040604050505020304" charset="0"/>
                <a:cs typeface="Century" panose="02040604050505020304" charset="0"/>
              </a:rPr>
              <a:t>Babasaheb Bhimrao Ambedkar University Lucknow</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475" y="366455"/>
            <a:ext cx="1287022" cy="2119424"/>
          </a:xfrm>
          <a:prstGeom prst="rect">
            <a:avLst/>
          </a:prstGeom>
          <a:ln>
            <a:noFill/>
          </a:ln>
          <a:effectLst>
            <a:glow rad="508000">
              <a:schemeClr val="accent6">
                <a:lumMod val="60000"/>
                <a:lumOff val="40000"/>
                <a:alpha val="4000"/>
              </a:schemeClr>
            </a:glow>
            <a:outerShdw blurRad="292100" dist="139700" dir="2700000" algn="tl" rotWithShape="0">
              <a:srgbClr val="333333">
                <a:alpha val="65000"/>
              </a:srgbClr>
            </a:outerShdw>
            <a:softEdge rad="0"/>
          </a:effectLst>
        </p:spPr>
      </p:pic>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55286" y="106968"/>
            <a:ext cx="1856239" cy="2314495"/>
          </a:xfrm>
          <a:prstGeom prst="rect">
            <a:avLst/>
          </a:prstGeom>
          <a:ln>
            <a:noFill/>
          </a:ln>
          <a:effectLst>
            <a:glow rad="101600">
              <a:schemeClr val="accent6">
                <a:lumMod val="60000"/>
                <a:lumOff val="40000"/>
                <a:alpha val="40000"/>
              </a:schemeClr>
            </a:glow>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22401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93542CAF-5964-5CDE-4F86-FE0FE5BBE1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1F9585-B7EA-5F6E-2168-40248614DC77}"/>
              </a:ext>
            </a:extLst>
          </p:cNvPr>
          <p:cNvSpPr txBox="1"/>
          <p:nvPr/>
        </p:nvSpPr>
        <p:spPr>
          <a:xfrm>
            <a:off x="2056449" y="1023329"/>
            <a:ext cx="8079099" cy="5565947"/>
          </a:xfrm>
          <a:custGeom>
            <a:avLst/>
            <a:gdLst>
              <a:gd name="connsiteX0" fmla="*/ 0 w 8079099"/>
              <a:gd name="connsiteY0" fmla="*/ 0 h 5565947"/>
              <a:gd name="connsiteX1" fmla="*/ 415497 w 8079099"/>
              <a:gd name="connsiteY1" fmla="*/ 0 h 5565947"/>
              <a:gd name="connsiteX2" fmla="*/ 830993 w 8079099"/>
              <a:gd name="connsiteY2" fmla="*/ 0 h 5565947"/>
              <a:gd name="connsiteX3" fmla="*/ 1165699 w 8079099"/>
              <a:gd name="connsiteY3" fmla="*/ 0 h 5565947"/>
              <a:gd name="connsiteX4" fmla="*/ 1823568 w 8079099"/>
              <a:gd name="connsiteY4" fmla="*/ 0 h 5565947"/>
              <a:gd name="connsiteX5" fmla="*/ 2562229 w 8079099"/>
              <a:gd name="connsiteY5" fmla="*/ 0 h 5565947"/>
              <a:gd name="connsiteX6" fmla="*/ 3300889 w 8079099"/>
              <a:gd name="connsiteY6" fmla="*/ 0 h 5565947"/>
              <a:gd name="connsiteX7" fmla="*/ 3797177 w 8079099"/>
              <a:gd name="connsiteY7" fmla="*/ 0 h 5565947"/>
              <a:gd name="connsiteX8" fmla="*/ 4374255 w 8079099"/>
              <a:gd name="connsiteY8" fmla="*/ 0 h 5565947"/>
              <a:gd name="connsiteX9" fmla="*/ 4789752 w 8079099"/>
              <a:gd name="connsiteY9" fmla="*/ 0 h 5565947"/>
              <a:gd name="connsiteX10" fmla="*/ 5366830 w 8079099"/>
              <a:gd name="connsiteY10" fmla="*/ 0 h 5565947"/>
              <a:gd name="connsiteX11" fmla="*/ 5863118 w 8079099"/>
              <a:gd name="connsiteY11" fmla="*/ 0 h 5565947"/>
              <a:gd name="connsiteX12" fmla="*/ 6278614 w 8079099"/>
              <a:gd name="connsiteY12" fmla="*/ 0 h 5565947"/>
              <a:gd name="connsiteX13" fmla="*/ 6855693 w 8079099"/>
              <a:gd name="connsiteY13" fmla="*/ 0 h 5565947"/>
              <a:gd name="connsiteX14" fmla="*/ 7513562 w 8079099"/>
              <a:gd name="connsiteY14" fmla="*/ 0 h 5565947"/>
              <a:gd name="connsiteX15" fmla="*/ 8079099 w 8079099"/>
              <a:gd name="connsiteY15" fmla="*/ 0 h 5565947"/>
              <a:gd name="connsiteX16" fmla="*/ 8079099 w 8079099"/>
              <a:gd name="connsiteY16" fmla="*/ 667914 h 5565947"/>
              <a:gd name="connsiteX17" fmla="*/ 8079099 w 8079099"/>
              <a:gd name="connsiteY17" fmla="*/ 1224508 h 5565947"/>
              <a:gd name="connsiteX18" fmla="*/ 8079099 w 8079099"/>
              <a:gd name="connsiteY18" fmla="*/ 1781103 h 5565947"/>
              <a:gd name="connsiteX19" fmla="*/ 8079099 w 8079099"/>
              <a:gd name="connsiteY19" fmla="*/ 2449017 h 5565947"/>
              <a:gd name="connsiteX20" fmla="*/ 8079099 w 8079099"/>
              <a:gd name="connsiteY20" fmla="*/ 2949952 h 5565947"/>
              <a:gd name="connsiteX21" fmla="*/ 8079099 w 8079099"/>
              <a:gd name="connsiteY21" fmla="*/ 3617866 h 5565947"/>
              <a:gd name="connsiteX22" fmla="*/ 8079099 w 8079099"/>
              <a:gd name="connsiteY22" fmla="*/ 4285779 h 5565947"/>
              <a:gd name="connsiteX23" fmla="*/ 8079099 w 8079099"/>
              <a:gd name="connsiteY23" fmla="*/ 4842374 h 5565947"/>
              <a:gd name="connsiteX24" fmla="*/ 8079099 w 8079099"/>
              <a:gd name="connsiteY24" fmla="*/ 5565947 h 5565947"/>
              <a:gd name="connsiteX25" fmla="*/ 7421230 w 8079099"/>
              <a:gd name="connsiteY25" fmla="*/ 5565947 h 5565947"/>
              <a:gd name="connsiteX26" fmla="*/ 6763360 w 8079099"/>
              <a:gd name="connsiteY26" fmla="*/ 5565947 h 5565947"/>
              <a:gd name="connsiteX27" fmla="*/ 6428654 w 8079099"/>
              <a:gd name="connsiteY27" fmla="*/ 5565947 h 5565947"/>
              <a:gd name="connsiteX28" fmla="*/ 5932367 w 8079099"/>
              <a:gd name="connsiteY28" fmla="*/ 5565947 h 5565947"/>
              <a:gd name="connsiteX29" fmla="*/ 5597661 w 8079099"/>
              <a:gd name="connsiteY29" fmla="*/ 5565947 h 5565947"/>
              <a:gd name="connsiteX30" fmla="*/ 5182165 w 8079099"/>
              <a:gd name="connsiteY30" fmla="*/ 5565947 h 5565947"/>
              <a:gd name="connsiteX31" fmla="*/ 4443504 w 8079099"/>
              <a:gd name="connsiteY31" fmla="*/ 5565947 h 5565947"/>
              <a:gd name="connsiteX32" fmla="*/ 3785635 w 8079099"/>
              <a:gd name="connsiteY32" fmla="*/ 5565947 h 5565947"/>
              <a:gd name="connsiteX33" fmla="*/ 3370138 w 8079099"/>
              <a:gd name="connsiteY33" fmla="*/ 5565947 h 5565947"/>
              <a:gd name="connsiteX34" fmla="*/ 3035433 w 8079099"/>
              <a:gd name="connsiteY34" fmla="*/ 5565947 h 5565947"/>
              <a:gd name="connsiteX35" fmla="*/ 2619936 w 8079099"/>
              <a:gd name="connsiteY35" fmla="*/ 5565947 h 5565947"/>
              <a:gd name="connsiteX36" fmla="*/ 1962067 w 8079099"/>
              <a:gd name="connsiteY36" fmla="*/ 5565947 h 5565947"/>
              <a:gd name="connsiteX37" fmla="*/ 1627361 w 8079099"/>
              <a:gd name="connsiteY37" fmla="*/ 5565947 h 5565947"/>
              <a:gd name="connsiteX38" fmla="*/ 1211865 w 8079099"/>
              <a:gd name="connsiteY38" fmla="*/ 5565947 h 5565947"/>
              <a:gd name="connsiteX39" fmla="*/ 0 w 8079099"/>
              <a:gd name="connsiteY39" fmla="*/ 5565947 h 5565947"/>
              <a:gd name="connsiteX40" fmla="*/ 0 w 8079099"/>
              <a:gd name="connsiteY40" fmla="*/ 5065012 h 5565947"/>
              <a:gd name="connsiteX41" fmla="*/ 0 w 8079099"/>
              <a:gd name="connsiteY41" fmla="*/ 4675395 h 5565947"/>
              <a:gd name="connsiteX42" fmla="*/ 0 w 8079099"/>
              <a:gd name="connsiteY42" fmla="*/ 4174460 h 5565947"/>
              <a:gd name="connsiteX43" fmla="*/ 0 w 8079099"/>
              <a:gd name="connsiteY43" fmla="*/ 3784844 h 5565947"/>
              <a:gd name="connsiteX44" fmla="*/ 0 w 8079099"/>
              <a:gd name="connsiteY44" fmla="*/ 3116930 h 5565947"/>
              <a:gd name="connsiteX45" fmla="*/ 0 w 8079099"/>
              <a:gd name="connsiteY45" fmla="*/ 2449017 h 5565947"/>
              <a:gd name="connsiteX46" fmla="*/ 0 w 8079099"/>
              <a:gd name="connsiteY46" fmla="*/ 1836763 h 5565947"/>
              <a:gd name="connsiteX47" fmla="*/ 0 w 8079099"/>
              <a:gd name="connsiteY47" fmla="*/ 1280168 h 5565947"/>
              <a:gd name="connsiteX48" fmla="*/ 0 w 8079099"/>
              <a:gd name="connsiteY48" fmla="*/ 667914 h 5565947"/>
              <a:gd name="connsiteX49" fmla="*/ 0 w 8079099"/>
              <a:gd name="connsiteY49" fmla="*/ 0 h 5565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8079099" h="5565947" extrusionOk="0">
                <a:moveTo>
                  <a:pt x="0" y="0"/>
                </a:moveTo>
                <a:cubicBezTo>
                  <a:pt x="93064" y="-1409"/>
                  <a:pt x="227652" y="27002"/>
                  <a:pt x="415497" y="0"/>
                </a:cubicBezTo>
                <a:cubicBezTo>
                  <a:pt x="603342" y="-27002"/>
                  <a:pt x="629046" y="13494"/>
                  <a:pt x="830993" y="0"/>
                </a:cubicBezTo>
                <a:cubicBezTo>
                  <a:pt x="1032940" y="-13494"/>
                  <a:pt x="1098516" y="19883"/>
                  <a:pt x="1165699" y="0"/>
                </a:cubicBezTo>
                <a:cubicBezTo>
                  <a:pt x="1232882" y="-19883"/>
                  <a:pt x="1523045" y="17791"/>
                  <a:pt x="1823568" y="0"/>
                </a:cubicBezTo>
                <a:cubicBezTo>
                  <a:pt x="2124091" y="-17791"/>
                  <a:pt x="2263111" y="9960"/>
                  <a:pt x="2562229" y="0"/>
                </a:cubicBezTo>
                <a:cubicBezTo>
                  <a:pt x="2861347" y="-9960"/>
                  <a:pt x="2977170" y="79404"/>
                  <a:pt x="3300889" y="0"/>
                </a:cubicBezTo>
                <a:cubicBezTo>
                  <a:pt x="3624608" y="-79404"/>
                  <a:pt x="3668367" y="52389"/>
                  <a:pt x="3797177" y="0"/>
                </a:cubicBezTo>
                <a:cubicBezTo>
                  <a:pt x="3925987" y="-52389"/>
                  <a:pt x="4150544" y="24413"/>
                  <a:pt x="4374255" y="0"/>
                </a:cubicBezTo>
                <a:cubicBezTo>
                  <a:pt x="4597966" y="-24413"/>
                  <a:pt x="4704725" y="40038"/>
                  <a:pt x="4789752" y="0"/>
                </a:cubicBezTo>
                <a:cubicBezTo>
                  <a:pt x="4874779" y="-40038"/>
                  <a:pt x="5129363" y="18937"/>
                  <a:pt x="5366830" y="0"/>
                </a:cubicBezTo>
                <a:cubicBezTo>
                  <a:pt x="5604297" y="-18937"/>
                  <a:pt x="5652687" y="25387"/>
                  <a:pt x="5863118" y="0"/>
                </a:cubicBezTo>
                <a:cubicBezTo>
                  <a:pt x="6073549" y="-25387"/>
                  <a:pt x="6076938" y="19771"/>
                  <a:pt x="6278614" y="0"/>
                </a:cubicBezTo>
                <a:cubicBezTo>
                  <a:pt x="6480290" y="-19771"/>
                  <a:pt x="6612986" y="6852"/>
                  <a:pt x="6855693" y="0"/>
                </a:cubicBezTo>
                <a:cubicBezTo>
                  <a:pt x="7098400" y="-6852"/>
                  <a:pt x="7250426" y="55069"/>
                  <a:pt x="7513562" y="0"/>
                </a:cubicBezTo>
                <a:cubicBezTo>
                  <a:pt x="7776698" y="-55069"/>
                  <a:pt x="7875003" y="17062"/>
                  <a:pt x="8079099" y="0"/>
                </a:cubicBezTo>
                <a:cubicBezTo>
                  <a:pt x="8131756" y="266561"/>
                  <a:pt x="8074238" y="459225"/>
                  <a:pt x="8079099" y="667914"/>
                </a:cubicBezTo>
                <a:cubicBezTo>
                  <a:pt x="8083960" y="876603"/>
                  <a:pt x="8019846" y="1015299"/>
                  <a:pt x="8079099" y="1224508"/>
                </a:cubicBezTo>
                <a:cubicBezTo>
                  <a:pt x="8138352" y="1433717"/>
                  <a:pt x="8054287" y="1508571"/>
                  <a:pt x="8079099" y="1781103"/>
                </a:cubicBezTo>
                <a:cubicBezTo>
                  <a:pt x="8103911" y="2053635"/>
                  <a:pt x="8074021" y="2265211"/>
                  <a:pt x="8079099" y="2449017"/>
                </a:cubicBezTo>
                <a:cubicBezTo>
                  <a:pt x="8084177" y="2632823"/>
                  <a:pt x="8034693" y="2797336"/>
                  <a:pt x="8079099" y="2949952"/>
                </a:cubicBezTo>
                <a:cubicBezTo>
                  <a:pt x="8123505" y="3102568"/>
                  <a:pt x="8069104" y="3351136"/>
                  <a:pt x="8079099" y="3617866"/>
                </a:cubicBezTo>
                <a:cubicBezTo>
                  <a:pt x="8089094" y="3884596"/>
                  <a:pt x="8019201" y="4025818"/>
                  <a:pt x="8079099" y="4285779"/>
                </a:cubicBezTo>
                <a:cubicBezTo>
                  <a:pt x="8138997" y="4545740"/>
                  <a:pt x="8038729" y="4681423"/>
                  <a:pt x="8079099" y="4842374"/>
                </a:cubicBezTo>
                <a:cubicBezTo>
                  <a:pt x="8119469" y="5003326"/>
                  <a:pt x="8042365" y="5245334"/>
                  <a:pt x="8079099" y="5565947"/>
                </a:cubicBezTo>
                <a:cubicBezTo>
                  <a:pt x="7828176" y="5589184"/>
                  <a:pt x="7565755" y="5548961"/>
                  <a:pt x="7421230" y="5565947"/>
                </a:cubicBezTo>
                <a:cubicBezTo>
                  <a:pt x="7276705" y="5582933"/>
                  <a:pt x="6988779" y="5552059"/>
                  <a:pt x="6763360" y="5565947"/>
                </a:cubicBezTo>
                <a:cubicBezTo>
                  <a:pt x="6537941" y="5579835"/>
                  <a:pt x="6539369" y="5554377"/>
                  <a:pt x="6428654" y="5565947"/>
                </a:cubicBezTo>
                <a:cubicBezTo>
                  <a:pt x="6317939" y="5577517"/>
                  <a:pt x="6139591" y="5506939"/>
                  <a:pt x="5932367" y="5565947"/>
                </a:cubicBezTo>
                <a:cubicBezTo>
                  <a:pt x="5725143" y="5624955"/>
                  <a:pt x="5744901" y="5563333"/>
                  <a:pt x="5597661" y="5565947"/>
                </a:cubicBezTo>
                <a:cubicBezTo>
                  <a:pt x="5450421" y="5568561"/>
                  <a:pt x="5319143" y="5516272"/>
                  <a:pt x="5182165" y="5565947"/>
                </a:cubicBezTo>
                <a:cubicBezTo>
                  <a:pt x="5045187" y="5615622"/>
                  <a:pt x="4719896" y="5563199"/>
                  <a:pt x="4443504" y="5565947"/>
                </a:cubicBezTo>
                <a:cubicBezTo>
                  <a:pt x="4167112" y="5568695"/>
                  <a:pt x="3957173" y="5545112"/>
                  <a:pt x="3785635" y="5565947"/>
                </a:cubicBezTo>
                <a:cubicBezTo>
                  <a:pt x="3614097" y="5586782"/>
                  <a:pt x="3507171" y="5556274"/>
                  <a:pt x="3370138" y="5565947"/>
                </a:cubicBezTo>
                <a:cubicBezTo>
                  <a:pt x="3233105" y="5575620"/>
                  <a:pt x="3180240" y="5544222"/>
                  <a:pt x="3035433" y="5565947"/>
                </a:cubicBezTo>
                <a:cubicBezTo>
                  <a:pt x="2890627" y="5587672"/>
                  <a:pt x="2727057" y="5537155"/>
                  <a:pt x="2619936" y="5565947"/>
                </a:cubicBezTo>
                <a:cubicBezTo>
                  <a:pt x="2512815" y="5594739"/>
                  <a:pt x="2202793" y="5500724"/>
                  <a:pt x="1962067" y="5565947"/>
                </a:cubicBezTo>
                <a:cubicBezTo>
                  <a:pt x="1721341" y="5631170"/>
                  <a:pt x="1745284" y="5544286"/>
                  <a:pt x="1627361" y="5565947"/>
                </a:cubicBezTo>
                <a:cubicBezTo>
                  <a:pt x="1509438" y="5587608"/>
                  <a:pt x="1325620" y="5529548"/>
                  <a:pt x="1211865" y="5565947"/>
                </a:cubicBezTo>
                <a:cubicBezTo>
                  <a:pt x="1098110" y="5602346"/>
                  <a:pt x="355286" y="5555275"/>
                  <a:pt x="0" y="5565947"/>
                </a:cubicBezTo>
                <a:cubicBezTo>
                  <a:pt x="-32728" y="5357475"/>
                  <a:pt x="1353" y="5221937"/>
                  <a:pt x="0" y="5065012"/>
                </a:cubicBezTo>
                <a:cubicBezTo>
                  <a:pt x="-1353" y="4908087"/>
                  <a:pt x="4142" y="4757354"/>
                  <a:pt x="0" y="4675395"/>
                </a:cubicBezTo>
                <a:cubicBezTo>
                  <a:pt x="-4142" y="4593436"/>
                  <a:pt x="18241" y="4418449"/>
                  <a:pt x="0" y="4174460"/>
                </a:cubicBezTo>
                <a:cubicBezTo>
                  <a:pt x="-18241" y="3930472"/>
                  <a:pt x="1478" y="3889987"/>
                  <a:pt x="0" y="3784844"/>
                </a:cubicBezTo>
                <a:cubicBezTo>
                  <a:pt x="-1478" y="3679701"/>
                  <a:pt x="47091" y="3266465"/>
                  <a:pt x="0" y="3116930"/>
                </a:cubicBezTo>
                <a:cubicBezTo>
                  <a:pt x="-47091" y="2967395"/>
                  <a:pt x="39025" y="2643806"/>
                  <a:pt x="0" y="2449017"/>
                </a:cubicBezTo>
                <a:cubicBezTo>
                  <a:pt x="-39025" y="2254228"/>
                  <a:pt x="38558" y="2014966"/>
                  <a:pt x="0" y="1836763"/>
                </a:cubicBezTo>
                <a:cubicBezTo>
                  <a:pt x="-38558" y="1658560"/>
                  <a:pt x="63369" y="1395215"/>
                  <a:pt x="0" y="1280168"/>
                </a:cubicBezTo>
                <a:cubicBezTo>
                  <a:pt x="-63369" y="1165122"/>
                  <a:pt x="34952" y="864100"/>
                  <a:pt x="0" y="667914"/>
                </a:cubicBezTo>
                <a:cubicBezTo>
                  <a:pt x="-34952" y="471728"/>
                  <a:pt x="74131" y="209209"/>
                  <a:pt x="0" y="0"/>
                </a:cubicBezTo>
                <a:close/>
              </a:path>
            </a:pathLst>
          </a:custGeom>
          <a:noFill/>
          <a:ln w="19050">
            <a:solidFill>
              <a:schemeClr val="accent2">
                <a:lumMod val="50000"/>
              </a:schemeClr>
            </a:solidFill>
            <a:extLst>
              <a:ext uri="{C807C97D-BFC1-408E-A445-0C87EB9F89A2}">
                <ask:lineSketchStyleProps xmlns:ask="http://schemas.microsoft.com/office/drawing/2018/sketchyshapes" sd="586869416">
                  <a:prstGeom prst="rect">
                    <a:avLst/>
                  </a:prstGeom>
                  <ask:type>
                    <ask:lineSketchScribble/>
                  </ask:type>
                </ask:lineSketchStyleProps>
              </a:ext>
            </a:extLst>
          </a:ln>
        </p:spPr>
        <p:txBody>
          <a:bodyPr wrap="square">
            <a:spAutoFit/>
          </a:bodyPr>
          <a:lstStyle/>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Introduction</a:t>
            </a:r>
          </a:p>
          <a:p>
            <a:pPr marL="457200" indent="-457200">
              <a:lnSpc>
                <a:spcPct val="150000"/>
              </a:lnSpc>
              <a:buFont typeface="Wingdings" panose="05000000000000000000" pitchFamily="2" charset="2"/>
              <a:buChar char="Ø"/>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Literature Review</a:t>
            </a:r>
          </a:p>
          <a:p>
            <a:pPr marL="457200" indent="-457200">
              <a:lnSpc>
                <a:spcPct val="150000"/>
              </a:lnSpc>
              <a:buFont typeface="Wingdings" panose="05000000000000000000" pitchFamily="2" charset="2"/>
              <a:buChar char="Ø"/>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Objective</a:t>
            </a:r>
          </a:p>
          <a:p>
            <a:pPr marL="457200" indent="-457200">
              <a:lnSpc>
                <a:spcPct val="150000"/>
              </a:lnSpc>
              <a:buFont typeface="Wingdings" panose="05000000000000000000" pitchFamily="2" charset="2"/>
              <a:buChar char="Ø"/>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Methodology GUI Layout and Controls</a:t>
            </a:r>
          </a:p>
          <a:p>
            <a:pPr marL="457200" indent="-457200">
              <a:lnSpc>
                <a:spcPct val="150000"/>
              </a:lnSpc>
              <a:buFont typeface="Wingdings" panose="05000000000000000000" pitchFamily="2" charset="2"/>
              <a:buChar char="Ø"/>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Speckle Simulation &amp; Filtering – Code Logic</a:t>
            </a:r>
          </a:p>
          <a:p>
            <a:pPr marL="457200" indent="-457200">
              <a:lnSpc>
                <a:spcPct val="150000"/>
              </a:lnSpc>
              <a:buFont typeface="Wingdings" panose="05000000000000000000" pitchFamily="2" charset="2"/>
              <a:buChar char="Ø"/>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Expected Outcome</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Results</a:t>
            </a:r>
          </a:p>
          <a:p>
            <a:pPr marL="457200" indent="-457200">
              <a:lnSpc>
                <a:spcPct val="150000"/>
              </a:lnSpc>
              <a:buFont typeface="Wingdings" panose="05000000000000000000" pitchFamily="2" charset="2"/>
              <a:buChar char="Ø"/>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Future Scope</a:t>
            </a:r>
          </a:p>
          <a:p>
            <a:pPr marL="457200" indent="-457200">
              <a:lnSpc>
                <a:spcPct val="150000"/>
              </a:lnSpc>
              <a:buFont typeface="Wingdings" panose="05000000000000000000" pitchFamily="2" charset="2"/>
              <a:buChar char="Ø"/>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Conclusion</a:t>
            </a:r>
          </a:p>
          <a:p>
            <a:pPr marL="457200" indent="-457200">
              <a:lnSpc>
                <a:spcPct val="150000"/>
              </a:lnSpc>
              <a:buFont typeface="Wingdings" panose="05000000000000000000" pitchFamily="2" charset="2"/>
              <a:buChar char="Ø"/>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References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D7B4E57-CF63-F509-9CA1-5FA642DB11F5}"/>
              </a:ext>
            </a:extLst>
          </p:cNvPr>
          <p:cNvSpPr>
            <a:spLocks noGrp="1"/>
          </p:cNvSpPr>
          <p:nvPr>
            <p:ph type="title"/>
          </p:nvPr>
        </p:nvSpPr>
        <p:spPr>
          <a:xfrm>
            <a:off x="4577472" y="268724"/>
            <a:ext cx="3037055" cy="521208"/>
          </a:xfrm>
          <a:custGeom>
            <a:avLst/>
            <a:gdLst>
              <a:gd name="connsiteX0" fmla="*/ 0 w 3037055"/>
              <a:gd name="connsiteY0" fmla="*/ 0 h 521208"/>
              <a:gd name="connsiteX1" fmla="*/ 577040 w 3037055"/>
              <a:gd name="connsiteY1" fmla="*/ 0 h 521208"/>
              <a:gd name="connsiteX2" fmla="*/ 1154081 w 3037055"/>
              <a:gd name="connsiteY2" fmla="*/ 0 h 521208"/>
              <a:gd name="connsiteX3" fmla="*/ 1761492 w 3037055"/>
              <a:gd name="connsiteY3" fmla="*/ 0 h 521208"/>
              <a:gd name="connsiteX4" fmla="*/ 2368903 w 3037055"/>
              <a:gd name="connsiteY4" fmla="*/ 0 h 521208"/>
              <a:gd name="connsiteX5" fmla="*/ 3037055 w 3037055"/>
              <a:gd name="connsiteY5" fmla="*/ 0 h 521208"/>
              <a:gd name="connsiteX6" fmla="*/ 3037055 w 3037055"/>
              <a:gd name="connsiteY6" fmla="*/ 521208 h 521208"/>
              <a:gd name="connsiteX7" fmla="*/ 2520756 w 3037055"/>
              <a:gd name="connsiteY7" fmla="*/ 521208 h 521208"/>
              <a:gd name="connsiteX8" fmla="*/ 1974086 w 3037055"/>
              <a:gd name="connsiteY8" fmla="*/ 521208 h 521208"/>
              <a:gd name="connsiteX9" fmla="*/ 1305934 w 3037055"/>
              <a:gd name="connsiteY9" fmla="*/ 521208 h 521208"/>
              <a:gd name="connsiteX10" fmla="*/ 698523 w 3037055"/>
              <a:gd name="connsiteY10" fmla="*/ 521208 h 521208"/>
              <a:gd name="connsiteX11" fmla="*/ 0 w 3037055"/>
              <a:gd name="connsiteY11" fmla="*/ 521208 h 521208"/>
              <a:gd name="connsiteX12" fmla="*/ 0 w 3037055"/>
              <a:gd name="connsiteY12" fmla="*/ 0 h 5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055" h="521208" fill="none" extrusionOk="0">
                <a:moveTo>
                  <a:pt x="0" y="0"/>
                </a:moveTo>
                <a:cubicBezTo>
                  <a:pt x="264672" y="-136"/>
                  <a:pt x="304125" y="10858"/>
                  <a:pt x="577040" y="0"/>
                </a:cubicBezTo>
                <a:cubicBezTo>
                  <a:pt x="849955" y="-10858"/>
                  <a:pt x="950118" y="-14717"/>
                  <a:pt x="1154081" y="0"/>
                </a:cubicBezTo>
                <a:cubicBezTo>
                  <a:pt x="1358044" y="14717"/>
                  <a:pt x="1509939" y="-1054"/>
                  <a:pt x="1761492" y="0"/>
                </a:cubicBezTo>
                <a:cubicBezTo>
                  <a:pt x="2013045" y="1054"/>
                  <a:pt x="2104187" y="27757"/>
                  <a:pt x="2368903" y="0"/>
                </a:cubicBezTo>
                <a:cubicBezTo>
                  <a:pt x="2633619" y="-27757"/>
                  <a:pt x="2829664" y="-25349"/>
                  <a:pt x="3037055" y="0"/>
                </a:cubicBezTo>
                <a:cubicBezTo>
                  <a:pt x="3052026" y="220278"/>
                  <a:pt x="3015354" y="404322"/>
                  <a:pt x="3037055" y="521208"/>
                </a:cubicBezTo>
                <a:cubicBezTo>
                  <a:pt x="2864543" y="516337"/>
                  <a:pt x="2725839" y="501081"/>
                  <a:pt x="2520756" y="521208"/>
                </a:cubicBezTo>
                <a:cubicBezTo>
                  <a:pt x="2315673" y="541335"/>
                  <a:pt x="2097284" y="505713"/>
                  <a:pt x="1974086" y="521208"/>
                </a:cubicBezTo>
                <a:cubicBezTo>
                  <a:pt x="1850888" y="536704"/>
                  <a:pt x="1553629" y="545517"/>
                  <a:pt x="1305934" y="521208"/>
                </a:cubicBezTo>
                <a:cubicBezTo>
                  <a:pt x="1058239" y="496899"/>
                  <a:pt x="862294" y="546890"/>
                  <a:pt x="698523" y="521208"/>
                </a:cubicBezTo>
                <a:cubicBezTo>
                  <a:pt x="534752" y="495526"/>
                  <a:pt x="218836" y="546959"/>
                  <a:pt x="0" y="521208"/>
                </a:cubicBezTo>
                <a:cubicBezTo>
                  <a:pt x="22256" y="361964"/>
                  <a:pt x="-24727" y="177388"/>
                  <a:pt x="0" y="0"/>
                </a:cubicBezTo>
                <a:close/>
              </a:path>
              <a:path w="3037055" h="521208" stroke="0" extrusionOk="0">
                <a:moveTo>
                  <a:pt x="0" y="0"/>
                </a:moveTo>
                <a:cubicBezTo>
                  <a:pt x="180049" y="21470"/>
                  <a:pt x="407230" y="-7798"/>
                  <a:pt x="577040" y="0"/>
                </a:cubicBezTo>
                <a:cubicBezTo>
                  <a:pt x="746850" y="7798"/>
                  <a:pt x="1004603" y="-32186"/>
                  <a:pt x="1245193" y="0"/>
                </a:cubicBezTo>
                <a:cubicBezTo>
                  <a:pt x="1485783" y="32186"/>
                  <a:pt x="1570738" y="18794"/>
                  <a:pt x="1882974" y="0"/>
                </a:cubicBezTo>
                <a:cubicBezTo>
                  <a:pt x="2195210" y="-18794"/>
                  <a:pt x="2268987" y="18186"/>
                  <a:pt x="2429644" y="0"/>
                </a:cubicBezTo>
                <a:cubicBezTo>
                  <a:pt x="2590301" y="-18186"/>
                  <a:pt x="2881406" y="19998"/>
                  <a:pt x="3037055" y="0"/>
                </a:cubicBezTo>
                <a:cubicBezTo>
                  <a:pt x="3062196" y="221551"/>
                  <a:pt x="3024416" y="373328"/>
                  <a:pt x="3037055" y="521208"/>
                </a:cubicBezTo>
                <a:cubicBezTo>
                  <a:pt x="2792535" y="532661"/>
                  <a:pt x="2714156" y="491035"/>
                  <a:pt x="2399273" y="521208"/>
                </a:cubicBezTo>
                <a:cubicBezTo>
                  <a:pt x="2084390" y="551381"/>
                  <a:pt x="1921666" y="500998"/>
                  <a:pt x="1791862" y="521208"/>
                </a:cubicBezTo>
                <a:cubicBezTo>
                  <a:pt x="1662058" y="541418"/>
                  <a:pt x="1459481" y="502350"/>
                  <a:pt x="1245193" y="521208"/>
                </a:cubicBezTo>
                <a:cubicBezTo>
                  <a:pt x="1030905" y="540066"/>
                  <a:pt x="919402" y="497391"/>
                  <a:pt x="637782" y="521208"/>
                </a:cubicBezTo>
                <a:cubicBezTo>
                  <a:pt x="356162" y="545025"/>
                  <a:pt x="286457" y="514496"/>
                  <a:pt x="0" y="521208"/>
                </a:cubicBezTo>
                <a:cubicBezTo>
                  <a:pt x="-17697" y="322997"/>
                  <a:pt x="15223" y="196747"/>
                  <a:pt x="0" y="0"/>
                </a:cubicBezTo>
                <a:close/>
              </a:path>
            </a:pathLst>
          </a:custGeom>
          <a:ln>
            <a:extLst>
              <a:ext uri="{C807C97D-BFC1-408E-A445-0C87EB9F89A2}">
                <ask:lineSketchStyleProps xmlns:ask="http://schemas.microsoft.com/office/drawing/2018/sketchyshapes" sd="874966754">
                  <ask:type>
                    <ask:lineSketchFreehand/>
                  </ask:type>
                </ask:lineSketchStyleProps>
              </a:ext>
            </a:extLst>
          </a:ln>
        </p:spPr>
        <p:txBody>
          <a:bodyPr>
            <a:normAutofit fontScale="90000"/>
          </a:bodyPr>
          <a:lstStyle/>
          <a:p>
            <a:r>
              <a:rPr lang="en-US" sz="2800" b="1" dirty="0">
                <a:effectLst/>
                <a:latin typeface="Times New Roman" panose="02020603050405020304" pitchFamily="18" charset="0"/>
                <a:ea typeface="Times New Roman" panose="02020603050405020304" pitchFamily="18" charset="0"/>
              </a:rPr>
              <a:t>CONTENT</a:t>
            </a:r>
            <a:endParaRPr lang="en-US" dirty="0"/>
          </a:p>
        </p:txBody>
      </p:sp>
    </p:spTree>
    <p:extLst>
      <p:ext uri="{BB962C8B-B14F-4D97-AF65-F5344CB8AC3E}">
        <p14:creationId xmlns:p14="http://schemas.microsoft.com/office/powerpoint/2010/main" val="334889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D03AF9-E9AC-BCAD-F7EE-2AC97EC2E123}"/>
              </a:ext>
            </a:extLst>
          </p:cNvPr>
          <p:cNvSpPr/>
          <p:nvPr/>
        </p:nvSpPr>
        <p:spPr>
          <a:xfrm>
            <a:off x="8499764" y="0"/>
            <a:ext cx="3692236" cy="68580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9986E3E-9311-2FBB-B813-C01E460D931B}"/>
              </a:ext>
            </a:extLst>
          </p:cNvPr>
          <p:cNvSpPr txBox="1"/>
          <p:nvPr/>
        </p:nvSpPr>
        <p:spPr>
          <a:xfrm>
            <a:off x="188690" y="722085"/>
            <a:ext cx="8137919" cy="6001643"/>
          </a:xfrm>
          <a:custGeom>
            <a:avLst/>
            <a:gdLst>
              <a:gd name="connsiteX0" fmla="*/ 0 w 8137919"/>
              <a:gd name="connsiteY0" fmla="*/ 0 h 6001643"/>
              <a:gd name="connsiteX1" fmla="*/ 581280 w 8137919"/>
              <a:gd name="connsiteY1" fmla="*/ 0 h 6001643"/>
              <a:gd name="connsiteX2" fmla="*/ 918422 w 8137919"/>
              <a:gd name="connsiteY2" fmla="*/ 0 h 6001643"/>
              <a:gd name="connsiteX3" fmla="*/ 1662461 w 8137919"/>
              <a:gd name="connsiteY3" fmla="*/ 0 h 6001643"/>
              <a:gd name="connsiteX4" fmla="*/ 1999603 w 8137919"/>
              <a:gd name="connsiteY4" fmla="*/ 0 h 6001643"/>
              <a:gd name="connsiteX5" fmla="*/ 2580883 w 8137919"/>
              <a:gd name="connsiteY5" fmla="*/ 0 h 6001643"/>
              <a:gd name="connsiteX6" fmla="*/ 3080784 w 8137919"/>
              <a:gd name="connsiteY6" fmla="*/ 0 h 6001643"/>
              <a:gd name="connsiteX7" fmla="*/ 3417926 w 8137919"/>
              <a:gd name="connsiteY7" fmla="*/ 0 h 6001643"/>
              <a:gd name="connsiteX8" fmla="*/ 3999206 w 8137919"/>
              <a:gd name="connsiteY8" fmla="*/ 0 h 6001643"/>
              <a:gd name="connsiteX9" fmla="*/ 4661865 w 8137919"/>
              <a:gd name="connsiteY9" fmla="*/ 0 h 6001643"/>
              <a:gd name="connsiteX10" fmla="*/ 5161766 w 8137919"/>
              <a:gd name="connsiteY10" fmla="*/ 0 h 6001643"/>
              <a:gd name="connsiteX11" fmla="*/ 5905804 w 8137919"/>
              <a:gd name="connsiteY11" fmla="*/ 0 h 6001643"/>
              <a:gd name="connsiteX12" fmla="*/ 6649842 w 8137919"/>
              <a:gd name="connsiteY12" fmla="*/ 0 h 6001643"/>
              <a:gd name="connsiteX13" fmla="*/ 6986985 w 8137919"/>
              <a:gd name="connsiteY13" fmla="*/ 0 h 6001643"/>
              <a:gd name="connsiteX14" fmla="*/ 7324127 w 8137919"/>
              <a:gd name="connsiteY14" fmla="*/ 0 h 6001643"/>
              <a:gd name="connsiteX15" fmla="*/ 8137919 w 8137919"/>
              <a:gd name="connsiteY15" fmla="*/ 0 h 6001643"/>
              <a:gd name="connsiteX16" fmla="*/ 8137919 w 8137919"/>
              <a:gd name="connsiteY16" fmla="*/ 665637 h 6001643"/>
              <a:gd name="connsiteX17" fmla="*/ 8137919 w 8137919"/>
              <a:gd name="connsiteY17" fmla="*/ 1271257 h 6001643"/>
              <a:gd name="connsiteX18" fmla="*/ 8137919 w 8137919"/>
              <a:gd name="connsiteY18" fmla="*/ 1816861 h 6001643"/>
              <a:gd name="connsiteX19" fmla="*/ 8137919 w 8137919"/>
              <a:gd name="connsiteY19" fmla="*/ 2182416 h 6001643"/>
              <a:gd name="connsiteX20" fmla="*/ 8137919 w 8137919"/>
              <a:gd name="connsiteY20" fmla="*/ 2607987 h 6001643"/>
              <a:gd name="connsiteX21" fmla="*/ 8137919 w 8137919"/>
              <a:gd name="connsiteY21" fmla="*/ 3273623 h 6001643"/>
              <a:gd name="connsiteX22" fmla="*/ 8137919 w 8137919"/>
              <a:gd name="connsiteY22" fmla="*/ 3699195 h 6001643"/>
              <a:gd name="connsiteX23" fmla="*/ 8137919 w 8137919"/>
              <a:gd name="connsiteY23" fmla="*/ 4064749 h 6001643"/>
              <a:gd name="connsiteX24" fmla="*/ 8137919 w 8137919"/>
              <a:gd name="connsiteY24" fmla="*/ 4430304 h 6001643"/>
              <a:gd name="connsiteX25" fmla="*/ 8137919 w 8137919"/>
              <a:gd name="connsiteY25" fmla="*/ 4855875 h 6001643"/>
              <a:gd name="connsiteX26" fmla="*/ 8137919 w 8137919"/>
              <a:gd name="connsiteY26" fmla="*/ 5401479 h 6001643"/>
              <a:gd name="connsiteX27" fmla="*/ 8137919 w 8137919"/>
              <a:gd name="connsiteY27" fmla="*/ 6001643 h 6001643"/>
              <a:gd name="connsiteX28" fmla="*/ 7393881 w 8137919"/>
              <a:gd name="connsiteY28" fmla="*/ 6001643 h 6001643"/>
              <a:gd name="connsiteX29" fmla="*/ 6812601 w 8137919"/>
              <a:gd name="connsiteY29" fmla="*/ 6001643 h 6001643"/>
              <a:gd name="connsiteX30" fmla="*/ 6475458 w 8137919"/>
              <a:gd name="connsiteY30" fmla="*/ 6001643 h 6001643"/>
              <a:gd name="connsiteX31" fmla="*/ 5812799 w 8137919"/>
              <a:gd name="connsiteY31" fmla="*/ 6001643 h 6001643"/>
              <a:gd name="connsiteX32" fmla="*/ 5394278 w 8137919"/>
              <a:gd name="connsiteY32" fmla="*/ 6001643 h 6001643"/>
              <a:gd name="connsiteX33" fmla="*/ 5057135 w 8137919"/>
              <a:gd name="connsiteY33" fmla="*/ 6001643 h 6001643"/>
              <a:gd name="connsiteX34" fmla="*/ 4719993 w 8137919"/>
              <a:gd name="connsiteY34" fmla="*/ 6001643 h 6001643"/>
              <a:gd name="connsiteX35" fmla="*/ 4301471 w 8137919"/>
              <a:gd name="connsiteY35" fmla="*/ 6001643 h 6001643"/>
              <a:gd name="connsiteX36" fmla="*/ 3720192 w 8137919"/>
              <a:gd name="connsiteY36" fmla="*/ 6001643 h 6001643"/>
              <a:gd name="connsiteX37" fmla="*/ 3301670 w 8137919"/>
              <a:gd name="connsiteY37" fmla="*/ 6001643 h 6001643"/>
              <a:gd name="connsiteX38" fmla="*/ 2801769 w 8137919"/>
              <a:gd name="connsiteY38" fmla="*/ 6001643 h 6001643"/>
              <a:gd name="connsiteX39" fmla="*/ 2220489 w 8137919"/>
              <a:gd name="connsiteY39" fmla="*/ 6001643 h 6001643"/>
              <a:gd name="connsiteX40" fmla="*/ 1801968 w 8137919"/>
              <a:gd name="connsiteY40" fmla="*/ 6001643 h 6001643"/>
              <a:gd name="connsiteX41" fmla="*/ 1220688 w 8137919"/>
              <a:gd name="connsiteY41" fmla="*/ 6001643 h 6001643"/>
              <a:gd name="connsiteX42" fmla="*/ 720787 w 8137919"/>
              <a:gd name="connsiteY42" fmla="*/ 6001643 h 6001643"/>
              <a:gd name="connsiteX43" fmla="*/ 0 w 8137919"/>
              <a:gd name="connsiteY43" fmla="*/ 6001643 h 6001643"/>
              <a:gd name="connsiteX44" fmla="*/ 0 w 8137919"/>
              <a:gd name="connsiteY44" fmla="*/ 5396023 h 6001643"/>
              <a:gd name="connsiteX45" fmla="*/ 0 w 8137919"/>
              <a:gd name="connsiteY45" fmla="*/ 4790402 h 6001643"/>
              <a:gd name="connsiteX46" fmla="*/ 0 w 8137919"/>
              <a:gd name="connsiteY46" fmla="*/ 4304815 h 6001643"/>
              <a:gd name="connsiteX47" fmla="*/ 0 w 8137919"/>
              <a:gd name="connsiteY47" fmla="*/ 3819227 h 6001643"/>
              <a:gd name="connsiteX48" fmla="*/ 0 w 8137919"/>
              <a:gd name="connsiteY48" fmla="*/ 3273623 h 6001643"/>
              <a:gd name="connsiteX49" fmla="*/ 0 w 8137919"/>
              <a:gd name="connsiteY49" fmla="*/ 2668003 h 6001643"/>
              <a:gd name="connsiteX50" fmla="*/ 0 w 8137919"/>
              <a:gd name="connsiteY50" fmla="*/ 2062383 h 6001643"/>
              <a:gd name="connsiteX51" fmla="*/ 0 w 8137919"/>
              <a:gd name="connsiteY51" fmla="*/ 1636812 h 6001643"/>
              <a:gd name="connsiteX52" fmla="*/ 0 w 8137919"/>
              <a:gd name="connsiteY52" fmla="*/ 1151224 h 6001643"/>
              <a:gd name="connsiteX53" fmla="*/ 0 w 8137919"/>
              <a:gd name="connsiteY53" fmla="*/ 725653 h 6001643"/>
              <a:gd name="connsiteX54" fmla="*/ 0 w 8137919"/>
              <a:gd name="connsiteY54" fmla="*/ 0 h 600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8137919" h="6001643" extrusionOk="0">
                <a:moveTo>
                  <a:pt x="0" y="0"/>
                </a:moveTo>
                <a:cubicBezTo>
                  <a:pt x="289811" y="-36601"/>
                  <a:pt x="323501" y="44284"/>
                  <a:pt x="581280" y="0"/>
                </a:cubicBezTo>
                <a:cubicBezTo>
                  <a:pt x="839059" y="-44284"/>
                  <a:pt x="792544" y="38812"/>
                  <a:pt x="918422" y="0"/>
                </a:cubicBezTo>
                <a:cubicBezTo>
                  <a:pt x="1044300" y="-38812"/>
                  <a:pt x="1320201" y="2820"/>
                  <a:pt x="1662461" y="0"/>
                </a:cubicBezTo>
                <a:cubicBezTo>
                  <a:pt x="2004721" y="-2820"/>
                  <a:pt x="1894544" y="8338"/>
                  <a:pt x="1999603" y="0"/>
                </a:cubicBezTo>
                <a:cubicBezTo>
                  <a:pt x="2104662" y="-8338"/>
                  <a:pt x="2319289" y="21964"/>
                  <a:pt x="2580883" y="0"/>
                </a:cubicBezTo>
                <a:cubicBezTo>
                  <a:pt x="2842477" y="-21964"/>
                  <a:pt x="2891145" y="16494"/>
                  <a:pt x="3080784" y="0"/>
                </a:cubicBezTo>
                <a:cubicBezTo>
                  <a:pt x="3270423" y="-16494"/>
                  <a:pt x="3339250" y="4896"/>
                  <a:pt x="3417926" y="0"/>
                </a:cubicBezTo>
                <a:cubicBezTo>
                  <a:pt x="3496602" y="-4896"/>
                  <a:pt x="3812324" y="26946"/>
                  <a:pt x="3999206" y="0"/>
                </a:cubicBezTo>
                <a:cubicBezTo>
                  <a:pt x="4186088" y="-26946"/>
                  <a:pt x="4512106" y="34332"/>
                  <a:pt x="4661865" y="0"/>
                </a:cubicBezTo>
                <a:cubicBezTo>
                  <a:pt x="4811624" y="-34332"/>
                  <a:pt x="4975033" y="45665"/>
                  <a:pt x="5161766" y="0"/>
                </a:cubicBezTo>
                <a:cubicBezTo>
                  <a:pt x="5348499" y="-45665"/>
                  <a:pt x="5558812" y="21169"/>
                  <a:pt x="5905804" y="0"/>
                </a:cubicBezTo>
                <a:cubicBezTo>
                  <a:pt x="6252796" y="-21169"/>
                  <a:pt x="6443240" y="40976"/>
                  <a:pt x="6649842" y="0"/>
                </a:cubicBezTo>
                <a:cubicBezTo>
                  <a:pt x="6856444" y="-40976"/>
                  <a:pt x="6883077" y="37961"/>
                  <a:pt x="6986985" y="0"/>
                </a:cubicBezTo>
                <a:cubicBezTo>
                  <a:pt x="7090893" y="-37961"/>
                  <a:pt x="7163075" y="12503"/>
                  <a:pt x="7324127" y="0"/>
                </a:cubicBezTo>
                <a:cubicBezTo>
                  <a:pt x="7485179" y="-12503"/>
                  <a:pt x="7787945" y="1611"/>
                  <a:pt x="8137919" y="0"/>
                </a:cubicBezTo>
                <a:cubicBezTo>
                  <a:pt x="8206215" y="293985"/>
                  <a:pt x="8095370" y="522527"/>
                  <a:pt x="8137919" y="665637"/>
                </a:cubicBezTo>
                <a:cubicBezTo>
                  <a:pt x="8180468" y="808747"/>
                  <a:pt x="8103238" y="1069626"/>
                  <a:pt x="8137919" y="1271257"/>
                </a:cubicBezTo>
                <a:cubicBezTo>
                  <a:pt x="8172600" y="1472888"/>
                  <a:pt x="8082554" y="1609696"/>
                  <a:pt x="8137919" y="1816861"/>
                </a:cubicBezTo>
                <a:cubicBezTo>
                  <a:pt x="8193284" y="2024026"/>
                  <a:pt x="8125847" y="2059035"/>
                  <a:pt x="8137919" y="2182416"/>
                </a:cubicBezTo>
                <a:cubicBezTo>
                  <a:pt x="8149991" y="2305798"/>
                  <a:pt x="8122316" y="2446119"/>
                  <a:pt x="8137919" y="2607987"/>
                </a:cubicBezTo>
                <a:cubicBezTo>
                  <a:pt x="8153522" y="2769855"/>
                  <a:pt x="8066765" y="2971401"/>
                  <a:pt x="8137919" y="3273623"/>
                </a:cubicBezTo>
                <a:cubicBezTo>
                  <a:pt x="8209073" y="3575845"/>
                  <a:pt x="8130720" y="3504868"/>
                  <a:pt x="8137919" y="3699195"/>
                </a:cubicBezTo>
                <a:cubicBezTo>
                  <a:pt x="8145118" y="3893522"/>
                  <a:pt x="8126284" y="3984040"/>
                  <a:pt x="8137919" y="4064749"/>
                </a:cubicBezTo>
                <a:cubicBezTo>
                  <a:pt x="8149554" y="4145458"/>
                  <a:pt x="8121852" y="4284551"/>
                  <a:pt x="8137919" y="4430304"/>
                </a:cubicBezTo>
                <a:cubicBezTo>
                  <a:pt x="8153986" y="4576058"/>
                  <a:pt x="8130534" y="4668061"/>
                  <a:pt x="8137919" y="4855875"/>
                </a:cubicBezTo>
                <a:cubicBezTo>
                  <a:pt x="8145304" y="5043689"/>
                  <a:pt x="8098068" y="5191710"/>
                  <a:pt x="8137919" y="5401479"/>
                </a:cubicBezTo>
                <a:cubicBezTo>
                  <a:pt x="8177770" y="5611248"/>
                  <a:pt x="8077957" y="5857567"/>
                  <a:pt x="8137919" y="6001643"/>
                </a:cubicBezTo>
                <a:cubicBezTo>
                  <a:pt x="7974427" y="6066511"/>
                  <a:pt x="7686651" y="5925218"/>
                  <a:pt x="7393881" y="6001643"/>
                </a:cubicBezTo>
                <a:cubicBezTo>
                  <a:pt x="7101111" y="6078068"/>
                  <a:pt x="6996443" y="5987943"/>
                  <a:pt x="6812601" y="6001643"/>
                </a:cubicBezTo>
                <a:cubicBezTo>
                  <a:pt x="6628759" y="6015343"/>
                  <a:pt x="6572686" y="5999994"/>
                  <a:pt x="6475458" y="6001643"/>
                </a:cubicBezTo>
                <a:cubicBezTo>
                  <a:pt x="6378230" y="6003292"/>
                  <a:pt x="5974297" y="5935963"/>
                  <a:pt x="5812799" y="6001643"/>
                </a:cubicBezTo>
                <a:cubicBezTo>
                  <a:pt x="5651301" y="6067323"/>
                  <a:pt x="5573936" y="5963447"/>
                  <a:pt x="5394278" y="6001643"/>
                </a:cubicBezTo>
                <a:cubicBezTo>
                  <a:pt x="5214620" y="6039839"/>
                  <a:pt x="5131132" y="5969257"/>
                  <a:pt x="5057135" y="6001643"/>
                </a:cubicBezTo>
                <a:cubicBezTo>
                  <a:pt x="4983138" y="6034029"/>
                  <a:pt x="4841738" y="5988130"/>
                  <a:pt x="4719993" y="6001643"/>
                </a:cubicBezTo>
                <a:cubicBezTo>
                  <a:pt x="4598248" y="6015156"/>
                  <a:pt x="4474166" y="5975929"/>
                  <a:pt x="4301471" y="6001643"/>
                </a:cubicBezTo>
                <a:cubicBezTo>
                  <a:pt x="4128776" y="6027357"/>
                  <a:pt x="3927231" y="5935731"/>
                  <a:pt x="3720192" y="6001643"/>
                </a:cubicBezTo>
                <a:cubicBezTo>
                  <a:pt x="3513153" y="6067555"/>
                  <a:pt x="3437899" y="5953415"/>
                  <a:pt x="3301670" y="6001643"/>
                </a:cubicBezTo>
                <a:cubicBezTo>
                  <a:pt x="3165441" y="6049871"/>
                  <a:pt x="3019935" y="5945801"/>
                  <a:pt x="2801769" y="6001643"/>
                </a:cubicBezTo>
                <a:cubicBezTo>
                  <a:pt x="2583603" y="6057485"/>
                  <a:pt x="2494044" y="5947940"/>
                  <a:pt x="2220489" y="6001643"/>
                </a:cubicBezTo>
                <a:cubicBezTo>
                  <a:pt x="1946934" y="6055346"/>
                  <a:pt x="1918689" y="5968586"/>
                  <a:pt x="1801968" y="6001643"/>
                </a:cubicBezTo>
                <a:cubicBezTo>
                  <a:pt x="1685247" y="6034700"/>
                  <a:pt x="1477109" y="5939869"/>
                  <a:pt x="1220688" y="6001643"/>
                </a:cubicBezTo>
                <a:cubicBezTo>
                  <a:pt x="964267" y="6063417"/>
                  <a:pt x="874613" y="5959213"/>
                  <a:pt x="720787" y="6001643"/>
                </a:cubicBezTo>
                <a:cubicBezTo>
                  <a:pt x="566961" y="6044073"/>
                  <a:pt x="324929" y="5999962"/>
                  <a:pt x="0" y="6001643"/>
                </a:cubicBezTo>
                <a:cubicBezTo>
                  <a:pt x="-16853" y="5722739"/>
                  <a:pt x="33169" y="5647336"/>
                  <a:pt x="0" y="5396023"/>
                </a:cubicBezTo>
                <a:cubicBezTo>
                  <a:pt x="-33169" y="5144710"/>
                  <a:pt x="58011" y="5004158"/>
                  <a:pt x="0" y="4790402"/>
                </a:cubicBezTo>
                <a:cubicBezTo>
                  <a:pt x="-58011" y="4576646"/>
                  <a:pt x="37451" y="4523054"/>
                  <a:pt x="0" y="4304815"/>
                </a:cubicBezTo>
                <a:cubicBezTo>
                  <a:pt x="-37451" y="4086576"/>
                  <a:pt x="22022" y="4013020"/>
                  <a:pt x="0" y="3819227"/>
                </a:cubicBezTo>
                <a:cubicBezTo>
                  <a:pt x="-22022" y="3625434"/>
                  <a:pt x="44565" y="3385587"/>
                  <a:pt x="0" y="3273623"/>
                </a:cubicBezTo>
                <a:cubicBezTo>
                  <a:pt x="-44565" y="3161659"/>
                  <a:pt x="42656" y="2803887"/>
                  <a:pt x="0" y="2668003"/>
                </a:cubicBezTo>
                <a:cubicBezTo>
                  <a:pt x="-42656" y="2532119"/>
                  <a:pt x="42954" y="2293085"/>
                  <a:pt x="0" y="2062383"/>
                </a:cubicBezTo>
                <a:cubicBezTo>
                  <a:pt x="-42954" y="1831681"/>
                  <a:pt x="38729" y="1760116"/>
                  <a:pt x="0" y="1636812"/>
                </a:cubicBezTo>
                <a:cubicBezTo>
                  <a:pt x="-38729" y="1513508"/>
                  <a:pt x="25908" y="1294638"/>
                  <a:pt x="0" y="1151224"/>
                </a:cubicBezTo>
                <a:cubicBezTo>
                  <a:pt x="-25908" y="1007810"/>
                  <a:pt x="13746" y="865353"/>
                  <a:pt x="0" y="725653"/>
                </a:cubicBezTo>
                <a:cubicBezTo>
                  <a:pt x="-13746" y="585953"/>
                  <a:pt x="8147" y="292558"/>
                  <a:pt x="0" y="0"/>
                </a:cubicBezTo>
                <a:close/>
              </a:path>
            </a:pathLst>
          </a:custGeom>
          <a:noFill/>
          <a:ln w="19050">
            <a:solidFill>
              <a:schemeClr val="accent2">
                <a:lumMod val="50000"/>
              </a:schemeClr>
            </a:solidFill>
            <a:extLst>
              <a:ext uri="{C807C97D-BFC1-408E-A445-0C87EB9F89A2}">
                <ask:lineSketchStyleProps xmlns:ask="http://schemas.microsoft.com/office/drawing/2018/sketchyshapes" sd="3202814854">
                  <a:prstGeom prst="rect">
                    <a:avLst/>
                  </a:prstGeom>
                  <ask:type>
                    <ask:lineSketchScribble/>
                  </ask:type>
                </ask:lineSketchStyleProps>
              </a:ext>
            </a:extLst>
          </a:ln>
        </p:spPr>
        <p:txBody>
          <a:bodyPr wrap="square">
            <a:spAutoFit/>
          </a:bodyPr>
          <a:lstStyle/>
          <a:p>
            <a:pPr algn="just"/>
            <a:r>
              <a:rPr lang="en-US" sz="2400" dirty="0">
                <a:latin typeface="Times New Roman" panose="02020603050405020304" pitchFamily="18" charset="0"/>
                <a:cs typeface="Times New Roman" panose="02020603050405020304" pitchFamily="18" charset="0"/>
              </a:rPr>
              <a:t>Speckle patterns are a type of random light pattern that forms when coherent light, like laser light, hits a rough surface, the light gets scattered in different directions, creating tiny bright and dark spots. These spots, which can look like a grainy pattern, are called speckles.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Speckle patterns are caused by interference – when light waves meet, they can either combine (constructive interference) to make the light brighter, or cancel each other out (destructive interference), making the light dimmer. This process leads to the appearance of speckles.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 is mainly two types of speckle patterns Static and Dynamic speckle patterns , they have been found to be useful in many applications. For example, speckle patterns can help measure surface roughness</a:t>
            </a:r>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F4044C9-C8A2-1EEF-450C-97D3A01A22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7056" y="1210548"/>
            <a:ext cx="2712955" cy="2530059"/>
          </a:xfrm>
          <a:prstGeom prst="rect">
            <a:avLst/>
          </a:prstGeom>
        </p:spPr>
      </p:pic>
      <p:pic>
        <p:nvPicPr>
          <p:cNvPr id="12" name="Picture 11">
            <a:extLst>
              <a:ext uri="{FF2B5EF4-FFF2-40B4-BE49-F238E27FC236}">
                <a16:creationId xmlns:a16="http://schemas.microsoft.com/office/drawing/2014/main" id="{B006CDE4-F16C-2773-7B11-486E81E0E1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6073" y="3981223"/>
            <a:ext cx="2994920" cy="2446232"/>
          </a:xfrm>
          <a:prstGeom prst="rect">
            <a:avLst/>
          </a:prstGeom>
        </p:spPr>
      </p:pic>
      <p:sp>
        <p:nvSpPr>
          <p:cNvPr id="2" name="Title 1">
            <a:extLst>
              <a:ext uri="{FF2B5EF4-FFF2-40B4-BE49-F238E27FC236}">
                <a16:creationId xmlns:a16="http://schemas.microsoft.com/office/drawing/2014/main" id="{F78FD743-10F9-F0F8-B491-A4F7E32A5F35}"/>
              </a:ext>
            </a:extLst>
          </p:cNvPr>
          <p:cNvSpPr>
            <a:spLocks noGrp="1"/>
          </p:cNvSpPr>
          <p:nvPr>
            <p:ph type="title"/>
          </p:nvPr>
        </p:nvSpPr>
        <p:spPr>
          <a:xfrm>
            <a:off x="2628900" y="134272"/>
            <a:ext cx="3467100" cy="464081"/>
          </a:xfrm>
          <a:custGeom>
            <a:avLst/>
            <a:gdLst>
              <a:gd name="connsiteX0" fmla="*/ 0 w 3467100"/>
              <a:gd name="connsiteY0" fmla="*/ 0 h 464081"/>
              <a:gd name="connsiteX1" fmla="*/ 762762 w 3467100"/>
              <a:gd name="connsiteY1" fmla="*/ 0 h 464081"/>
              <a:gd name="connsiteX2" fmla="*/ 1352169 w 3467100"/>
              <a:gd name="connsiteY2" fmla="*/ 0 h 464081"/>
              <a:gd name="connsiteX3" fmla="*/ 2114931 w 3467100"/>
              <a:gd name="connsiteY3" fmla="*/ 0 h 464081"/>
              <a:gd name="connsiteX4" fmla="*/ 2704338 w 3467100"/>
              <a:gd name="connsiteY4" fmla="*/ 0 h 464081"/>
              <a:gd name="connsiteX5" fmla="*/ 3467100 w 3467100"/>
              <a:gd name="connsiteY5" fmla="*/ 0 h 464081"/>
              <a:gd name="connsiteX6" fmla="*/ 3467100 w 3467100"/>
              <a:gd name="connsiteY6" fmla="*/ 464081 h 464081"/>
              <a:gd name="connsiteX7" fmla="*/ 2843022 w 3467100"/>
              <a:gd name="connsiteY7" fmla="*/ 464081 h 464081"/>
              <a:gd name="connsiteX8" fmla="*/ 2184273 w 3467100"/>
              <a:gd name="connsiteY8" fmla="*/ 464081 h 464081"/>
              <a:gd name="connsiteX9" fmla="*/ 1490853 w 3467100"/>
              <a:gd name="connsiteY9" fmla="*/ 464081 h 464081"/>
              <a:gd name="connsiteX10" fmla="*/ 797433 w 3467100"/>
              <a:gd name="connsiteY10" fmla="*/ 464081 h 464081"/>
              <a:gd name="connsiteX11" fmla="*/ 0 w 3467100"/>
              <a:gd name="connsiteY11" fmla="*/ 464081 h 464081"/>
              <a:gd name="connsiteX12" fmla="*/ 0 w 3467100"/>
              <a:gd name="connsiteY12" fmla="*/ 0 h 46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7100" h="464081" fill="none" extrusionOk="0">
                <a:moveTo>
                  <a:pt x="0" y="0"/>
                </a:moveTo>
                <a:cubicBezTo>
                  <a:pt x="365836" y="-28956"/>
                  <a:pt x="439313" y="20323"/>
                  <a:pt x="762762" y="0"/>
                </a:cubicBezTo>
                <a:cubicBezTo>
                  <a:pt x="1086211" y="-20323"/>
                  <a:pt x="1153546" y="28530"/>
                  <a:pt x="1352169" y="0"/>
                </a:cubicBezTo>
                <a:cubicBezTo>
                  <a:pt x="1550792" y="-28530"/>
                  <a:pt x="1913816" y="8377"/>
                  <a:pt x="2114931" y="0"/>
                </a:cubicBezTo>
                <a:cubicBezTo>
                  <a:pt x="2316046" y="-8377"/>
                  <a:pt x="2464967" y="-15115"/>
                  <a:pt x="2704338" y="0"/>
                </a:cubicBezTo>
                <a:cubicBezTo>
                  <a:pt x="2943709" y="15115"/>
                  <a:pt x="3251380" y="-14302"/>
                  <a:pt x="3467100" y="0"/>
                </a:cubicBezTo>
                <a:cubicBezTo>
                  <a:pt x="3449685" y="123204"/>
                  <a:pt x="3461141" y="302992"/>
                  <a:pt x="3467100" y="464081"/>
                </a:cubicBezTo>
                <a:cubicBezTo>
                  <a:pt x="3248139" y="448858"/>
                  <a:pt x="2974968" y="479019"/>
                  <a:pt x="2843022" y="464081"/>
                </a:cubicBezTo>
                <a:cubicBezTo>
                  <a:pt x="2711076" y="449143"/>
                  <a:pt x="2481161" y="436241"/>
                  <a:pt x="2184273" y="464081"/>
                </a:cubicBezTo>
                <a:cubicBezTo>
                  <a:pt x="1887385" y="491921"/>
                  <a:pt x="1699006" y="444038"/>
                  <a:pt x="1490853" y="464081"/>
                </a:cubicBezTo>
                <a:cubicBezTo>
                  <a:pt x="1282700" y="484124"/>
                  <a:pt x="1103170" y="437776"/>
                  <a:pt x="797433" y="464081"/>
                </a:cubicBezTo>
                <a:cubicBezTo>
                  <a:pt x="491696" y="490386"/>
                  <a:pt x="347690" y="501093"/>
                  <a:pt x="0" y="464081"/>
                </a:cubicBezTo>
                <a:cubicBezTo>
                  <a:pt x="-18443" y="265727"/>
                  <a:pt x="-2622" y="151161"/>
                  <a:pt x="0" y="0"/>
                </a:cubicBezTo>
                <a:close/>
              </a:path>
              <a:path w="3467100" h="464081" stroke="0" extrusionOk="0">
                <a:moveTo>
                  <a:pt x="0" y="0"/>
                </a:moveTo>
                <a:cubicBezTo>
                  <a:pt x="290961" y="-17660"/>
                  <a:pt x="434451" y="13024"/>
                  <a:pt x="624078" y="0"/>
                </a:cubicBezTo>
                <a:cubicBezTo>
                  <a:pt x="813705" y="-13024"/>
                  <a:pt x="1028488" y="-7072"/>
                  <a:pt x="1213485" y="0"/>
                </a:cubicBezTo>
                <a:cubicBezTo>
                  <a:pt x="1398482" y="7072"/>
                  <a:pt x="1747219" y="15015"/>
                  <a:pt x="1906905" y="0"/>
                </a:cubicBezTo>
                <a:cubicBezTo>
                  <a:pt x="2066591" y="-15015"/>
                  <a:pt x="2254800" y="-3352"/>
                  <a:pt x="2530983" y="0"/>
                </a:cubicBezTo>
                <a:cubicBezTo>
                  <a:pt x="2807166" y="3352"/>
                  <a:pt x="3133135" y="16096"/>
                  <a:pt x="3467100" y="0"/>
                </a:cubicBezTo>
                <a:cubicBezTo>
                  <a:pt x="3473256" y="105985"/>
                  <a:pt x="3490135" y="313729"/>
                  <a:pt x="3467100" y="464081"/>
                </a:cubicBezTo>
                <a:cubicBezTo>
                  <a:pt x="3123722" y="468047"/>
                  <a:pt x="2984927" y="451335"/>
                  <a:pt x="2773680" y="464081"/>
                </a:cubicBezTo>
                <a:cubicBezTo>
                  <a:pt x="2562433" y="476827"/>
                  <a:pt x="2354070" y="483336"/>
                  <a:pt x="2184273" y="464081"/>
                </a:cubicBezTo>
                <a:cubicBezTo>
                  <a:pt x="2014476" y="444826"/>
                  <a:pt x="1819530" y="440764"/>
                  <a:pt x="1560195" y="464081"/>
                </a:cubicBezTo>
                <a:cubicBezTo>
                  <a:pt x="1300860" y="487398"/>
                  <a:pt x="1167162" y="455905"/>
                  <a:pt x="797433" y="464081"/>
                </a:cubicBezTo>
                <a:cubicBezTo>
                  <a:pt x="427704" y="472257"/>
                  <a:pt x="336385" y="454095"/>
                  <a:pt x="0" y="464081"/>
                </a:cubicBezTo>
                <a:cubicBezTo>
                  <a:pt x="15036" y="367441"/>
                  <a:pt x="20098" y="143574"/>
                  <a:pt x="0" y="0"/>
                </a:cubicBezTo>
                <a:close/>
              </a:path>
            </a:pathLst>
          </a:custGeom>
          <a:ln>
            <a:extLst>
              <a:ext uri="{C807C97D-BFC1-408E-A445-0C87EB9F89A2}">
                <ask:lineSketchStyleProps xmlns:ask="http://schemas.microsoft.com/office/drawing/2018/sketchyshapes" sd="1249653514">
                  <ask:type>
                    <ask:lineSketchFreehand/>
                  </ask:type>
                </ask:lineSketchStyleProps>
              </a:ext>
            </a:extLst>
          </a:ln>
        </p:spPr>
        <p:txBody>
          <a:bodyPr>
            <a:noAutofit/>
          </a:bodyPr>
          <a:lstStyle/>
          <a:p>
            <a:r>
              <a:rPr lang="en-IN" sz="2400" b="1" dirty="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0795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84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C9ABF1-BAE9-9DC4-9D19-6A1204CD0717}"/>
              </a:ext>
            </a:extLst>
          </p:cNvPr>
          <p:cNvSpPr>
            <a:spLocks noGrp="1"/>
          </p:cNvSpPr>
          <p:nvPr>
            <p:ph type="title"/>
          </p:nvPr>
        </p:nvSpPr>
        <p:spPr>
          <a:xfrm>
            <a:off x="3515868" y="494920"/>
            <a:ext cx="5160264" cy="634140"/>
          </a:xfrm>
          <a:custGeom>
            <a:avLst/>
            <a:gdLst>
              <a:gd name="connsiteX0" fmla="*/ 0 w 5160264"/>
              <a:gd name="connsiteY0" fmla="*/ 0 h 634140"/>
              <a:gd name="connsiteX1" fmla="*/ 696636 w 5160264"/>
              <a:gd name="connsiteY1" fmla="*/ 0 h 634140"/>
              <a:gd name="connsiteX2" fmla="*/ 1444874 w 5160264"/>
              <a:gd name="connsiteY2" fmla="*/ 0 h 634140"/>
              <a:gd name="connsiteX3" fmla="*/ 1986702 w 5160264"/>
              <a:gd name="connsiteY3" fmla="*/ 0 h 634140"/>
              <a:gd name="connsiteX4" fmla="*/ 2734940 w 5160264"/>
              <a:gd name="connsiteY4" fmla="*/ 0 h 634140"/>
              <a:gd name="connsiteX5" fmla="*/ 3379973 w 5160264"/>
              <a:gd name="connsiteY5" fmla="*/ 0 h 634140"/>
              <a:gd name="connsiteX6" fmla="*/ 3870198 w 5160264"/>
              <a:gd name="connsiteY6" fmla="*/ 0 h 634140"/>
              <a:gd name="connsiteX7" fmla="*/ 4412026 w 5160264"/>
              <a:gd name="connsiteY7" fmla="*/ 0 h 634140"/>
              <a:gd name="connsiteX8" fmla="*/ 5160264 w 5160264"/>
              <a:gd name="connsiteY8" fmla="*/ 0 h 634140"/>
              <a:gd name="connsiteX9" fmla="*/ 5160264 w 5160264"/>
              <a:gd name="connsiteY9" fmla="*/ 634140 h 634140"/>
              <a:gd name="connsiteX10" fmla="*/ 4412026 w 5160264"/>
              <a:gd name="connsiteY10" fmla="*/ 634140 h 634140"/>
              <a:gd name="connsiteX11" fmla="*/ 3818595 w 5160264"/>
              <a:gd name="connsiteY11" fmla="*/ 634140 h 634140"/>
              <a:gd name="connsiteX12" fmla="*/ 3328370 w 5160264"/>
              <a:gd name="connsiteY12" fmla="*/ 634140 h 634140"/>
              <a:gd name="connsiteX13" fmla="*/ 2631735 w 5160264"/>
              <a:gd name="connsiteY13" fmla="*/ 634140 h 634140"/>
              <a:gd name="connsiteX14" fmla="*/ 1986702 w 5160264"/>
              <a:gd name="connsiteY14" fmla="*/ 634140 h 634140"/>
              <a:gd name="connsiteX15" fmla="*/ 1496477 w 5160264"/>
              <a:gd name="connsiteY15" fmla="*/ 634140 h 634140"/>
              <a:gd name="connsiteX16" fmla="*/ 903046 w 5160264"/>
              <a:gd name="connsiteY16" fmla="*/ 634140 h 634140"/>
              <a:gd name="connsiteX17" fmla="*/ 0 w 5160264"/>
              <a:gd name="connsiteY17" fmla="*/ 634140 h 634140"/>
              <a:gd name="connsiteX18" fmla="*/ 0 w 5160264"/>
              <a:gd name="connsiteY18" fmla="*/ 0 h 63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60264" h="634140" fill="none" extrusionOk="0">
                <a:moveTo>
                  <a:pt x="0" y="0"/>
                </a:moveTo>
                <a:cubicBezTo>
                  <a:pt x="175599" y="28495"/>
                  <a:pt x="484315" y="-10274"/>
                  <a:pt x="696636" y="0"/>
                </a:cubicBezTo>
                <a:cubicBezTo>
                  <a:pt x="908957" y="10274"/>
                  <a:pt x="1101086" y="-37361"/>
                  <a:pt x="1444874" y="0"/>
                </a:cubicBezTo>
                <a:cubicBezTo>
                  <a:pt x="1788662" y="37361"/>
                  <a:pt x="1761902" y="10639"/>
                  <a:pt x="1986702" y="0"/>
                </a:cubicBezTo>
                <a:cubicBezTo>
                  <a:pt x="2211502" y="-10639"/>
                  <a:pt x="2544180" y="19931"/>
                  <a:pt x="2734940" y="0"/>
                </a:cubicBezTo>
                <a:cubicBezTo>
                  <a:pt x="2925700" y="-19931"/>
                  <a:pt x="3082031" y="30058"/>
                  <a:pt x="3379973" y="0"/>
                </a:cubicBezTo>
                <a:cubicBezTo>
                  <a:pt x="3677915" y="-30058"/>
                  <a:pt x="3766197" y="-4495"/>
                  <a:pt x="3870198" y="0"/>
                </a:cubicBezTo>
                <a:cubicBezTo>
                  <a:pt x="3974199" y="4495"/>
                  <a:pt x="4155216" y="-23115"/>
                  <a:pt x="4412026" y="0"/>
                </a:cubicBezTo>
                <a:cubicBezTo>
                  <a:pt x="4668836" y="23115"/>
                  <a:pt x="4968934" y="1681"/>
                  <a:pt x="5160264" y="0"/>
                </a:cubicBezTo>
                <a:cubicBezTo>
                  <a:pt x="5130275" y="200936"/>
                  <a:pt x="5160393" y="344327"/>
                  <a:pt x="5160264" y="634140"/>
                </a:cubicBezTo>
                <a:cubicBezTo>
                  <a:pt x="4889238" y="630964"/>
                  <a:pt x="4564511" y="601339"/>
                  <a:pt x="4412026" y="634140"/>
                </a:cubicBezTo>
                <a:cubicBezTo>
                  <a:pt x="4259541" y="666941"/>
                  <a:pt x="3953122" y="651169"/>
                  <a:pt x="3818595" y="634140"/>
                </a:cubicBezTo>
                <a:cubicBezTo>
                  <a:pt x="3684068" y="617111"/>
                  <a:pt x="3554317" y="614536"/>
                  <a:pt x="3328370" y="634140"/>
                </a:cubicBezTo>
                <a:cubicBezTo>
                  <a:pt x="3102423" y="653744"/>
                  <a:pt x="2782764" y="647008"/>
                  <a:pt x="2631735" y="634140"/>
                </a:cubicBezTo>
                <a:cubicBezTo>
                  <a:pt x="2480706" y="621272"/>
                  <a:pt x="2209042" y="639356"/>
                  <a:pt x="1986702" y="634140"/>
                </a:cubicBezTo>
                <a:cubicBezTo>
                  <a:pt x="1764362" y="628924"/>
                  <a:pt x="1739567" y="654748"/>
                  <a:pt x="1496477" y="634140"/>
                </a:cubicBezTo>
                <a:cubicBezTo>
                  <a:pt x="1253388" y="613532"/>
                  <a:pt x="1028881" y="604904"/>
                  <a:pt x="903046" y="634140"/>
                </a:cubicBezTo>
                <a:cubicBezTo>
                  <a:pt x="777211" y="663376"/>
                  <a:pt x="375166" y="614697"/>
                  <a:pt x="0" y="634140"/>
                </a:cubicBezTo>
                <a:cubicBezTo>
                  <a:pt x="-332" y="491620"/>
                  <a:pt x="16361" y="259551"/>
                  <a:pt x="0" y="0"/>
                </a:cubicBezTo>
                <a:close/>
              </a:path>
              <a:path w="5160264" h="634140" stroke="0" extrusionOk="0">
                <a:moveTo>
                  <a:pt x="0" y="0"/>
                </a:moveTo>
                <a:cubicBezTo>
                  <a:pt x="198943" y="-26828"/>
                  <a:pt x="446482" y="-15977"/>
                  <a:pt x="748238" y="0"/>
                </a:cubicBezTo>
                <a:cubicBezTo>
                  <a:pt x="1049994" y="15977"/>
                  <a:pt x="1032243" y="-6443"/>
                  <a:pt x="1238463" y="0"/>
                </a:cubicBezTo>
                <a:cubicBezTo>
                  <a:pt x="1444684" y="6443"/>
                  <a:pt x="1602686" y="-22819"/>
                  <a:pt x="1883496" y="0"/>
                </a:cubicBezTo>
                <a:cubicBezTo>
                  <a:pt x="2164306" y="22819"/>
                  <a:pt x="2256146" y="20898"/>
                  <a:pt x="2373721" y="0"/>
                </a:cubicBezTo>
                <a:cubicBezTo>
                  <a:pt x="2491297" y="-20898"/>
                  <a:pt x="2722088" y="-25341"/>
                  <a:pt x="2967152" y="0"/>
                </a:cubicBezTo>
                <a:cubicBezTo>
                  <a:pt x="3212216" y="25341"/>
                  <a:pt x="3398142" y="-13802"/>
                  <a:pt x="3560582" y="0"/>
                </a:cubicBezTo>
                <a:cubicBezTo>
                  <a:pt x="3723022" y="13802"/>
                  <a:pt x="3944073" y="3814"/>
                  <a:pt x="4154013" y="0"/>
                </a:cubicBezTo>
                <a:cubicBezTo>
                  <a:pt x="4363953" y="-3814"/>
                  <a:pt x="4679908" y="50291"/>
                  <a:pt x="5160264" y="0"/>
                </a:cubicBezTo>
                <a:cubicBezTo>
                  <a:pt x="5166011" y="270426"/>
                  <a:pt x="5137187" y="494920"/>
                  <a:pt x="5160264" y="634140"/>
                </a:cubicBezTo>
                <a:cubicBezTo>
                  <a:pt x="4873892" y="650376"/>
                  <a:pt x="4644798" y="624390"/>
                  <a:pt x="4412026" y="634140"/>
                </a:cubicBezTo>
                <a:cubicBezTo>
                  <a:pt x="4179254" y="643890"/>
                  <a:pt x="3941694" y="656155"/>
                  <a:pt x="3818595" y="634140"/>
                </a:cubicBezTo>
                <a:cubicBezTo>
                  <a:pt x="3695496" y="612125"/>
                  <a:pt x="3385815" y="654776"/>
                  <a:pt x="3173562" y="634140"/>
                </a:cubicBezTo>
                <a:cubicBezTo>
                  <a:pt x="2961309" y="613504"/>
                  <a:pt x="2817885" y="659764"/>
                  <a:pt x="2528529" y="634140"/>
                </a:cubicBezTo>
                <a:cubicBezTo>
                  <a:pt x="2239173" y="608516"/>
                  <a:pt x="2245452" y="637823"/>
                  <a:pt x="1986702" y="634140"/>
                </a:cubicBezTo>
                <a:cubicBezTo>
                  <a:pt x="1727952" y="630457"/>
                  <a:pt x="1471157" y="642645"/>
                  <a:pt x="1238463" y="634140"/>
                </a:cubicBezTo>
                <a:cubicBezTo>
                  <a:pt x="1005769" y="625635"/>
                  <a:pt x="783095" y="614470"/>
                  <a:pt x="645033" y="634140"/>
                </a:cubicBezTo>
                <a:cubicBezTo>
                  <a:pt x="506971" y="653811"/>
                  <a:pt x="223786" y="658965"/>
                  <a:pt x="0" y="634140"/>
                </a:cubicBezTo>
                <a:cubicBezTo>
                  <a:pt x="-16228" y="347458"/>
                  <a:pt x="2108" y="276342"/>
                  <a:pt x="0" y="0"/>
                </a:cubicBezTo>
                <a:close/>
              </a:path>
            </a:pathLst>
          </a:custGeom>
          <a:ln>
            <a:extLst>
              <a:ext uri="{C807C97D-BFC1-408E-A445-0C87EB9F89A2}">
                <ask:lineSketchStyleProps xmlns:ask="http://schemas.microsoft.com/office/drawing/2018/sketchyshapes" sd="3457228501">
                  <ask:type>
                    <ask:lineSketchFreehand/>
                  </ask:type>
                </ask:lineSketchStyleProps>
              </a:ext>
            </a:extLst>
          </a:ln>
        </p:spPr>
        <p:txBody>
          <a:bodyPr>
            <a:normAutofit fontScale="90000"/>
          </a:bodyPr>
          <a:lstStyle/>
          <a:p>
            <a:r>
              <a:rPr lang="en-IN" sz="2800" b="1" dirty="0">
                <a:latin typeface="Times New Roman" panose="02020603050405020304" pitchFamily="18" charset="0"/>
                <a:cs typeface="Times New Roman" panose="02020603050405020304" pitchFamily="18" charset="0"/>
              </a:rPr>
              <a:t>Literature</a:t>
            </a:r>
            <a:r>
              <a:rPr lang="en-IN" sz="2800" b="1" dirty="0"/>
              <a:t> </a:t>
            </a:r>
            <a:r>
              <a:rPr lang="en-IN" b="1" dirty="0">
                <a:latin typeface="Times New Roman" panose="02020603050405020304" pitchFamily="18" charset="0"/>
                <a:cs typeface="Times New Roman" panose="02020603050405020304" pitchFamily="18" charset="0"/>
              </a:rPr>
              <a:t>REVIEW</a:t>
            </a:r>
            <a:endParaRPr lang="en-US" dirty="0"/>
          </a:p>
        </p:txBody>
      </p:sp>
      <p:graphicFrame>
        <p:nvGraphicFramePr>
          <p:cNvPr id="4" name="Table 3">
            <a:extLst>
              <a:ext uri="{FF2B5EF4-FFF2-40B4-BE49-F238E27FC236}">
                <a16:creationId xmlns:a16="http://schemas.microsoft.com/office/drawing/2014/main" id="{876F6D30-292A-EEEC-30AC-AD9EEE402ABB}"/>
              </a:ext>
            </a:extLst>
          </p:cNvPr>
          <p:cNvGraphicFramePr>
            <a:graphicFrameLocks noGrp="1"/>
          </p:cNvGraphicFramePr>
          <p:nvPr>
            <p:extLst>
              <p:ext uri="{D42A27DB-BD31-4B8C-83A1-F6EECF244321}">
                <p14:modId xmlns:p14="http://schemas.microsoft.com/office/powerpoint/2010/main" val="4992620"/>
              </p:ext>
            </p:extLst>
          </p:nvPr>
        </p:nvGraphicFramePr>
        <p:xfrm>
          <a:off x="727586" y="1465006"/>
          <a:ext cx="11012130" cy="4667757"/>
        </p:xfrm>
        <a:graphic>
          <a:graphicData uri="http://schemas.openxmlformats.org/drawingml/2006/table">
            <a:tbl>
              <a:tblPr>
                <a:tableStyleId>{22838BEF-8BB2-4498-84A7-C5851F593DF1}</a:tableStyleId>
              </a:tblPr>
              <a:tblGrid>
                <a:gridCol w="2222090">
                  <a:extLst>
                    <a:ext uri="{9D8B030D-6E8A-4147-A177-3AD203B41FA5}">
                      <a16:colId xmlns:a16="http://schemas.microsoft.com/office/drawing/2014/main" val="344569174"/>
                    </a:ext>
                  </a:extLst>
                </a:gridCol>
                <a:gridCol w="4630993">
                  <a:extLst>
                    <a:ext uri="{9D8B030D-6E8A-4147-A177-3AD203B41FA5}">
                      <a16:colId xmlns:a16="http://schemas.microsoft.com/office/drawing/2014/main" val="2838998018"/>
                    </a:ext>
                  </a:extLst>
                </a:gridCol>
                <a:gridCol w="4159047">
                  <a:extLst>
                    <a:ext uri="{9D8B030D-6E8A-4147-A177-3AD203B41FA5}">
                      <a16:colId xmlns:a16="http://schemas.microsoft.com/office/drawing/2014/main" val="1581518143"/>
                    </a:ext>
                  </a:extLst>
                </a:gridCol>
              </a:tblGrid>
              <a:tr h="626986">
                <a:tc>
                  <a:txBody>
                    <a:bodyPr/>
                    <a:lstStyle/>
                    <a:p>
                      <a:pPr algn="ctr"/>
                      <a:r>
                        <a:rPr lang="en-US" sz="2000" b="1" dirty="0">
                          <a:latin typeface="Times New Roman" panose="02020603050405020304" pitchFamily="18" charset="0"/>
                          <a:cs typeface="Times New Roman" panose="02020603050405020304" pitchFamily="18" charset="0"/>
                        </a:rPr>
                        <a:t>Author (Year)</a:t>
                      </a:r>
                    </a:p>
                  </a:txBody>
                  <a:tcPr marL="41360" marR="41360" marT="20680" marB="20680" anchor="ctr"/>
                </a:tc>
                <a:tc>
                  <a:txBody>
                    <a:bodyPr/>
                    <a:lstStyle/>
                    <a:p>
                      <a:pPr algn="ctr"/>
                      <a:r>
                        <a:rPr lang="en-US" sz="2000" b="1" dirty="0">
                          <a:latin typeface="Times New Roman" panose="02020603050405020304" pitchFamily="18" charset="0"/>
                          <a:cs typeface="Times New Roman" panose="02020603050405020304" pitchFamily="18" charset="0"/>
                        </a:rPr>
                        <a:t>Contribution</a:t>
                      </a:r>
                    </a:p>
                  </a:txBody>
                  <a:tcPr marL="41360" marR="41360" marT="20680" marB="20680" anchor="ctr"/>
                </a:tc>
                <a:tc>
                  <a:txBody>
                    <a:bodyPr/>
                    <a:lstStyle/>
                    <a:p>
                      <a:pPr algn="ctr"/>
                      <a:r>
                        <a:rPr lang="en-US" sz="2000" b="1" dirty="0">
                          <a:latin typeface="Times New Roman" panose="02020603050405020304" pitchFamily="18" charset="0"/>
                          <a:cs typeface="Times New Roman" panose="02020603050405020304" pitchFamily="18" charset="0"/>
                        </a:rPr>
                        <a:t>Applications</a:t>
                      </a:r>
                    </a:p>
                  </a:txBody>
                  <a:tcPr marL="41360" marR="41360" marT="20680" marB="20680" anchor="ctr"/>
                </a:tc>
                <a:extLst>
                  <a:ext uri="{0D108BD9-81ED-4DB2-BD59-A6C34878D82A}">
                    <a16:rowId xmlns:a16="http://schemas.microsoft.com/office/drawing/2014/main" val="3396965368"/>
                  </a:ext>
                </a:extLst>
              </a:tr>
              <a:tr h="860542">
                <a:tc>
                  <a:txBody>
                    <a:bodyPr/>
                    <a:lstStyle/>
                    <a:p>
                      <a:pPr algn="ctr"/>
                      <a:r>
                        <a:rPr lang="en-US" sz="2000" b="0">
                          <a:latin typeface="Times New Roman" panose="02020603050405020304" pitchFamily="18" charset="0"/>
                          <a:cs typeface="Times New Roman" panose="02020603050405020304" pitchFamily="18" charset="0"/>
                        </a:rPr>
                        <a:t>Goodman (1975)</a:t>
                      </a:r>
                    </a:p>
                  </a:txBody>
                  <a:tcPr marL="41360" marR="41360" marT="20680" marB="20680" anchor="ctr"/>
                </a:tc>
                <a:tc>
                  <a:txBody>
                    <a:bodyPr/>
                    <a:lstStyle/>
                    <a:p>
                      <a:pPr algn="ctr"/>
                      <a:r>
                        <a:rPr lang="en-US" sz="2000" b="0" dirty="0">
                          <a:latin typeface="Times New Roman" panose="02020603050405020304" pitchFamily="18" charset="0"/>
                          <a:cs typeface="Times New Roman" panose="02020603050405020304" pitchFamily="18" charset="0"/>
                        </a:rPr>
                        <a:t>Explained how speckle patterns form when laser light scatters and creates interference.</a:t>
                      </a:r>
                    </a:p>
                  </a:txBody>
                  <a:tcPr marL="41360" marR="41360" marT="20680" marB="20680" anchor="ctr"/>
                </a:tc>
                <a:tc>
                  <a:txBody>
                    <a:bodyPr/>
                    <a:lstStyle/>
                    <a:p>
                      <a:pPr algn="ctr"/>
                      <a:r>
                        <a:rPr lang="en-US" sz="2000" b="0" dirty="0">
                          <a:latin typeface="Times New Roman" panose="02020603050405020304" pitchFamily="18" charset="0"/>
                          <a:cs typeface="Times New Roman" panose="02020603050405020304" pitchFamily="18" charset="0"/>
                        </a:rPr>
                        <a:t>Gave the basic theory behind speckle. It's the foundation for all later research.</a:t>
                      </a:r>
                    </a:p>
                  </a:txBody>
                  <a:tcPr marL="41360" marR="41360" marT="20680" marB="20680" anchor="ctr"/>
                </a:tc>
                <a:extLst>
                  <a:ext uri="{0D108BD9-81ED-4DB2-BD59-A6C34878D82A}">
                    <a16:rowId xmlns:a16="http://schemas.microsoft.com/office/drawing/2014/main" val="3565763394"/>
                  </a:ext>
                </a:extLst>
              </a:tr>
              <a:tr h="1059127">
                <a:tc>
                  <a:txBody>
                    <a:bodyPr/>
                    <a:lstStyle/>
                    <a:p>
                      <a:pPr algn="ctr"/>
                      <a:r>
                        <a:rPr lang="en-US" sz="2000" b="0">
                          <a:latin typeface="Times New Roman" panose="02020603050405020304" pitchFamily="18" charset="0"/>
                          <a:cs typeface="Times New Roman" panose="02020603050405020304" pitchFamily="18" charset="0"/>
                        </a:rPr>
                        <a:t>Dainty (1984)</a:t>
                      </a:r>
                    </a:p>
                  </a:txBody>
                  <a:tcPr marL="41360" marR="41360" marT="20680" marB="20680" anchor="ctr"/>
                </a:tc>
                <a:tc>
                  <a:txBody>
                    <a:bodyPr/>
                    <a:lstStyle/>
                    <a:p>
                      <a:pPr algn="ctr"/>
                      <a:r>
                        <a:rPr lang="en-US" sz="2000" b="0" dirty="0">
                          <a:latin typeface="Times New Roman" panose="02020603050405020304" pitchFamily="18" charset="0"/>
                          <a:cs typeface="Times New Roman" panose="02020603050405020304" pitchFamily="18" charset="0"/>
                        </a:rPr>
                        <a:t>Showed how speckle patterns can be used to measure tiny changes on surfaces using interferometry.</a:t>
                      </a:r>
                    </a:p>
                  </a:txBody>
                  <a:tcPr marL="41360" marR="41360" marT="20680" marB="20680" anchor="ctr"/>
                </a:tc>
                <a:tc>
                  <a:txBody>
                    <a:bodyPr/>
                    <a:lstStyle/>
                    <a:p>
                      <a:pPr algn="ctr"/>
                      <a:r>
                        <a:rPr lang="en-US" sz="2000" b="0">
                          <a:latin typeface="Times New Roman" panose="02020603050405020304" pitchFamily="18" charset="0"/>
                          <a:cs typeface="Times New Roman" panose="02020603050405020304" pitchFamily="18" charset="0"/>
                        </a:rPr>
                        <a:t>Helped use speckle in scientific tools to measure small surface changes.</a:t>
                      </a:r>
                    </a:p>
                  </a:txBody>
                  <a:tcPr marL="41360" marR="41360" marT="20680" marB="20680" anchor="ctr"/>
                </a:tc>
                <a:extLst>
                  <a:ext uri="{0D108BD9-81ED-4DB2-BD59-A6C34878D82A}">
                    <a16:rowId xmlns:a16="http://schemas.microsoft.com/office/drawing/2014/main" val="1995269739"/>
                  </a:ext>
                </a:extLst>
              </a:tr>
              <a:tr h="860542">
                <a:tc>
                  <a:txBody>
                    <a:bodyPr/>
                    <a:lstStyle/>
                    <a:p>
                      <a:pPr algn="ctr"/>
                      <a:r>
                        <a:rPr lang="en-US" sz="2000" b="0">
                          <a:latin typeface="Times New Roman" panose="02020603050405020304" pitchFamily="18" charset="0"/>
                          <a:cs typeface="Times New Roman" panose="02020603050405020304" pitchFamily="18" charset="0"/>
                        </a:rPr>
                        <a:t>Briers (1996)</a:t>
                      </a:r>
                    </a:p>
                  </a:txBody>
                  <a:tcPr marL="41360" marR="41360" marT="20680" marB="20680" anchor="ctr"/>
                </a:tc>
                <a:tc>
                  <a:txBody>
                    <a:bodyPr/>
                    <a:lstStyle/>
                    <a:p>
                      <a:pPr algn="ctr"/>
                      <a:r>
                        <a:rPr lang="en-US" sz="2000" b="0" dirty="0">
                          <a:latin typeface="Times New Roman" panose="02020603050405020304" pitchFamily="18" charset="0"/>
                          <a:cs typeface="Times New Roman" panose="02020603050405020304" pitchFamily="18" charset="0"/>
                        </a:rPr>
                        <a:t>Used speckle patterns to check blood flow in the human body (medical imaging).</a:t>
                      </a:r>
                    </a:p>
                  </a:txBody>
                  <a:tcPr marL="41360" marR="41360" marT="20680" marB="20680" anchor="ctr"/>
                </a:tc>
                <a:tc>
                  <a:txBody>
                    <a:bodyPr/>
                    <a:lstStyle/>
                    <a:p>
                      <a:pPr algn="ctr"/>
                      <a:r>
                        <a:rPr lang="en-US" sz="2000" b="0" dirty="0">
                          <a:latin typeface="Times New Roman" panose="02020603050405020304" pitchFamily="18" charset="0"/>
                          <a:cs typeface="Times New Roman" panose="02020603050405020304" pitchFamily="18" charset="0"/>
                        </a:rPr>
                        <a:t>Opened new ways to use speckle in non-invasive medical diagnosis.</a:t>
                      </a:r>
                    </a:p>
                  </a:txBody>
                  <a:tcPr marL="41360" marR="41360" marT="20680" marB="20680" anchor="ctr"/>
                </a:tc>
                <a:extLst>
                  <a:ext uri="{0D108BD9-81ED-4DB2-BD59-A6C34878D82A}">
                    <a16:rowId xmlns:a16="http://schemas.microsoft.com/office/drawing/2014/main" val="4004614642"/>
                  </a:ext>
                </a:extLst>
              </a:tr>
              <a:tr h="9779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Xu &amp; Liu (2013)</a:t>
                      </a:r>
                    </a:p>
                    <a:p>
                      <a:pPr algn="ctr"/>
                      <a:endParaRPr lang="en-US" sz="2000" b="0" dirty="0">
                        <a:latin typeface="Times New Roman" panose="02020603050405020304" pitchFamily="18" charset="0"/>
                        <a:cs typeface="Times New Roman" panose="02020603050405020304" pitchFamily="18" charset="0"/>
                      </a:endParaRPr>
                    </a:p>
                  </a:txBody>
                  <a:tcPr marL="41360" marR="41360" marT="20680" marB="206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Used smart/adaptive filters to reduce speckle noise in medical images like ultrasound.</a:t>
                      </a:r>
                    </a:p>
                  </a:txBody>
                  <a:tcPr marL="41360" marR="41360" marT="20680" marB="206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 Improved image quality, which made it easier for doctors to read the scans correctly.</a:t>
                      </a:r>
                    </a:p>
                    <a:p>
                      <a:pPr algn="ctr"/>
                      <a:endParaRPr lang="en-US" sz="2000" b="0" dirty="0">
                        <a:latin typeface="Times New Roman" panose="02020603050405020304" pitchFamily="18" charset="0"/>
                        <a:cs typeface="Times New Roman" panose="02020603050405020304" pitchFamily="18" charset="0"/>
                      </a:endParaRPr>
                    </a:p>
                  </a:txBody>
                  <a:tcPr marL="41360" marR="41360" marT="20680" marB="20680" anchor="ctr"/>
                </a:tc>
                <a:extLst>
                  <a:ext uri="{0D108BD9-81ED-4DB2-BD59-A6C34878D82A}">
                    <a16:rowId xmlns:a16="http://schemas.microsoft.com/office/drawing/2014/main" val="2200986045"/>
                  </a:ext>
                </a:extLst>
              </a:tr>
            </a:tbl>
          </a:graphicData>
        </a:graphic>
      </p:graphicFrame>
    </p:spTree>
    <p:extLst>
      <p:ext uri="{BB962C8B-B14F-4D97-AF65-F5344CB8AC3E}">
        <p14:creationId xmlns:p14="http://schemas.microsoft.com/office/powerpoint/2010/main" val="1108105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62F2-02ED-BF5F-6A71-8C8B72AC9497}"/>
              </a:ext>
            </a:extLst>
          </p:cNvPr>
          <p:cNvSpPr>
            <a:spLocks noGrp="1"/>
          </p:cNvSpPr>
          <p:nvPr>
            <p:ph type="title"/>
          </p:nvPr>
        </p:nvSpPr>
        <p:spPr>
          <a:xfrm>
            <a:off x="4769702" y="212980"/>
            <a:ext cx="2652591" cy="541990"/>
          </a:xfrm>
          <a:custGeom>
            <a:avLst/>
            <a:gdLst>
              <a:gd name="connsiteX0" fmla="*/ 0 w 2652591"/>
              <a:gd name="connsiteY0" fmla="*/ 0 h 541990"/>
              <a:gd name="connsiteX1" fmla="*/ 610096 w 2652591"/>
              <a:gd name="connsiteY1" fmla="*/ 0 h 541990"/>
              <a:gd name="connsiteX2" fmla="*/ 1273244 w 2652591"/>
              <a:gd name="connsiteY2" fmla="*/ 0 h 541990"/>
              <a:gd name="connsiteX3" fmla="*/ 1989443 w 2652591"/>
              <a:gd name="connsiteY3" fmla="*/ 0 h 541990"/>
              <a:gd name="connsiteX4" fmla="*/ 2652591 w 2652591"/>
              <a:gd name="connsiteY4" fmla="*/ 0 h 541990"/>
              <a:gd name="connsiteX5" fmla="*/ 2652591 w 2652591"/>
              <a:gd name="connsiteY5" fmla="*/ 541990 h 541990"/>
              <a:gd name="connsiteX6" fmla="*/ 1962917 w 2652591"/>
              <a:gd name="connsiteY6" fmla="*/ 541990 h 541990"/>
              <a:gd name="connsiteX7" fmla="*/ 1299770 w 2652591"/>
              <a:gd name="connsiteY7" fmla="*/ 541990 h 541990"/>
              <a:gd name="connsiteX8" fmla="*/ 636622 w 2652591"/>
              <a:gd name="connsiteY8" fmla="*/ 541990 h 541990"/>
              <a:gd name="connsiteX9" fmla="*/ 0 w 2652591"/>
              <a:gd name="connsiteY9" fmla="*/ 541990 h 541990"/>
              <a:gd name="connsiteX10" fmla="*/ 0 w 2652591"/>
              <a:gd name="connsiteY10" fmla="*/ 0 h 541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2591" h="541990" fill="none" extrusionOk="0">
                <a:moveTo>
                  <a:pt x="0" y="0"/>
                </a:moveTo>
                <a:cubicBezTo>
                  <a:pt x="217387" y="-22711"/>
                  <a:pt x="318153" y="13826"/>
                  <a:pt x="610096" y="0"/>
                </a:cubicBezTo>
                <a:cubicBezTo>
                  <a:pt x="902039" y="-13826"/>
                  <a:pt x="1075581" y="7035"/>
                  <a:pt x="1273244" y="0"/>
                </a:cubicBezTo>
                <a:cubicBezTo>
                  <a:pt x="1470907" y="-7035"/>
                  <a:pt x="1821883" y="-27292"/>
                  <a:pt x="1989443" y="0"/>
                </a:cubicBezTo>
                <a:cubicBezTo>
                  <a:pt x="2157003" y="27292"/>
                  <a:pt x="2465534" y="11932"/>
                  <a:pt x="2652591" y="0"/>
                </a:cubicBezTo>
                <a:cubicBezTo>
                  <a:pt x="2650260" y="212464"/>
                  <a:pt x="2673129" y="360070"/>
                  <a:pt x="2652591" y="541990"/>
                </a:cubicBezTo>
                <a:cubicBezTo>
                  <a:pt x="2367556" y="517657"/>
                  <a:pt x="2192832" y="562109"/>
                  <a:pt x="1962917" y="541990"/>
                </a:cubicBezTo>
                <a:cubicBezTo>
                  <a:pt x="1733002" y="521871"/>
                  <a:pt x="1535700" y="532706"/>
                  <a:pt x="1299770" y="541990"/>
                </a:cubicBezTo>
                <a:cubicBezTo>
                  <a:pt x="1063840" y="551274"/>
                  <a:pt x="774993" y="573659"/>
                  <a:pt x="636622" y="541990"/>
                </a:cubicBezTo>
                <a:cubicBezTo>
                  <a:pt x="498251" y="510321"/>
                  <a:pt x="247312" y="510728"/>
                  <a:pt x="0" y="541990"/>
                </a:cubicBezTo>
                <a:cubicBezTo>
                  <a:pt x="12366" y="322645"/>
                  <a:pt x="23068" y="262697"/>
                  <a:pt x="0" y="0"/>
                </a:cubicBezTo>
                <a:close/>
              </a:path>
              <a:path w="2652591" h="541990" stroke="0" extrusionOk="0">
                <a:moveTo>
                  <a:pt x="0" y="0"/>
                </a:moveTo>
                <a:cubicBezTo>
                  <a:pt x="323104" y="-25980"/>
                  <a:pt x="516609" y="-17777"/>
                  <a:pt x="663148" y="0"/>
                </a:cubicBezTo>
                <a:cubicBezTo>
                  <a:pt x="809687" y="17777"/>
                  <a:pt x="1190552" y="8923"/>
                  <a:pt x="1379347" y="0"/>
                </a:cubicBezTo>
                <a:cubicBezTo>
                  <a:pt x="1568142" y="-8923"/>
                  <a:pt x="1730087" y="-8220"/>
                  <a:pt x="1962917" y="0"/>
                </a:cubicBezTo>
                <a:cubicBezTo>
                  <a:pt x="2195747" y="8220"/>
                  <a:pt x="2475269" y="-306"/>
                  <a:pt x="2652591" y="0"/>
                </a:cubicBezTo>
                <a:cubicBezTo>
                  <a:pt x="2635055" y="152545"/>
                  <a:pt x="2645299" y="310522"/>
                  <a:pt x="2652591" y="541990"/>
                </a:cubicBezTo>
                <a:cubicBezTo>
                  <a:pt x="2399412" y="536656"/>
                  <a:pt x="2140578" y="538733"/>
                  <a:pt x="1989443" y="541990"/>
                </a:cubicBezTo>
                <a:cubicBezTo>
                  <a:pt x="1838308" y="545247"/>
                  <a:pt x="1556470" y="561874"/>
                  <a:pt x="1273244" y="541990"/>
                </a:cubicBezTo>
                <a:cubicBezTo>
                  <a:pt x="990018" y="522106"/>
                  <a:pt x="887149" y="536183"/>
                  <a:pt x="636622" y="541990"/>
                </a:cubicBezTo>
                <a:cubicBezTo>
                  <a:pt x="386095" y="547797"/>
                  <a:pt x="129229" y="554259"/>
                  <a:pt x="0" y="541990"/>
                </a:cubicBezTo>
                <a:cubicBezTo>
                  <a:pt x="-1082" y="323461"/>
                  <a:pt x="-10139" y="229499"/>
                  <a:pt x="0" y="0"/>
                </a:cubicBezTo>
                <a:close/>
              </a:path>
            </a:pathLst>
          </a:custGeom>
          <a:ln>
            <a:extLst>
              <a:ext uri="{C807C97D-BFC1-408E-A445-0C87EB9F89A2}">
                <ask:lineSketchStyleProps xmlns:ask="http://schemas.microsoft.com/office/drawing/2018/sketchyshapes" sd="782294884">
                  <ask:type>
                    <ask:lineSketchFreehand/>
                  </ask:type>
                </ask:lineSketchStyleProps>
              </a:ext>
            </a:extLst>
          </a:ln>
        </p:spPr>
        <p:txBody>
          <a:bodyPr>
            <a:normAutofit fontScale="90000"/>
          </a:bodyPr>
          <a:lstStyle/>
          <a:p>
            <a:r>
              <a:rPr lang="en-US" sz="2800" b="1" kern="0" dirty="0">
                <a:effectLst/>
                <a:latin typeface="Times New Roman" panose="02020603050405020304" pitchFamily="18" charset="0"/>
                <a:ea typeface="Times New Roman" panose="02020603050405020304" pitchFamily="18" charset="0"/>
              </a:rPr>
              <a:t>Objective</a:t>
            </a:r>
            <a:endParaRPr lang="en-US" dirty="0"/>
          </a:p>
        </p:txBody>
      </p:sp>
      <p:sp>
        <p:nvSpPr>
          <p:cNvPr id="5" name="TextBox 4">
            <a:extLst>
              <a:ext uri="{FF2B5EF4-FFF2-40B4-BE49-F238E27FC236}">
                <a16:creationId xmlns:a16="http://schemas.microsoft.com/office/drawing/2014/main" id="{B7087958-A4B3-65F6-0BDB-F24DDDE7B4A1}"/>
              </a:ext>
            </a:extLst>
          </p:cNvPr>
          <p:cNvSpPr txBox="1"/>
          <p:nvPr/>
        </p:nvSpPr>
        <p:spPr>
          <a:xfrm>
            <a:off x="557976" y="990583"/>
            <a:ext cx="11076042" cy="5565947"/>
          </a:xfrm>
          <a:custGeom>
            <a:avLst/>
            <a:gdLst>
              <a:gd name="connsiteX0" fmla="*/ 0 w 11076042"/>
              <a:gd name="connsiteY0" fmla="*/ 0 h 5565947"/>
              <a:gd name="connsiteX1" fmla="*/ 472189 w 11076042"/>
              <a:gd name="connsiteY1" fmla="*/ 0 h 5565947"/>
              <a:gd name="connsiteX2" fmla="*/ 722857 w 11076042"/>
              <a:gd name="connsiteY2" fmla="*/ 0 h 5565947"/>
              <a:gd name="connsiteX3" fmla="*/ 1416567 w 11076042"/>
              <a:gd name="connsiteY3" fmla="*/ 0 h 5565947"/>
              <a:gd name="connsiteX4" fmla="*/ 1777996 w 11076042"/>
              <a:gd name="connsiteY4" fmla="*/ 0 h 5565947"/>
              <a:gd name="connsiteX5" fmla="*/ 2582467 w 11076042"/>
              <a:gd name="connsiteY5" fmla="*/ 0 h 5565947"/>
              <a:gd name="connsiteX6" fmla="*/ 2833135 w 11076042"/>
              <a:gd name="connsiteY6" fmla="*/ 0 h 5565947"/>
              <a:gd name="connsiteX7" fmla="*/ 3526845 w 11076042"/>
              <a:gd name="connsiteY7" fmla="*/ 0 h 5565947"/>
              <a:gd name="connsiteX8" fmla="*/ 3999034 w 11076042"/>
              <a:gd name="connsiteY8" fmla="*/ 0 h 5565947"/>
              <a:gd name="connsiteX9" fmla="*/ 4249702 w 11076042"/>
              <a:gd name="connsiteY9" fmla="*/ 0 h 5565947"/>
              <a:gd name="connsiteX10" fmla="*/ 4721892 w 11076042"/>
              <a:gd name="connsiteY10" fmla="*/ 0 h 5565947"/>
              <a:gd name="connsiteX11" fmla="*/ 4972560 w 11076042"/>
              <a:gd name="connsiteY11" fmla="*/ 0 h 5565947"/>
              <a:gd name="connsiteX12" fmla="*/ 5777030 w 11076042"/>
              <a:gd name="connsiteY12" fmla="*/ 0 h 5565947"/>
              <a:gd name="connsiteX13" fmla="*/ 6470740 w 11076042"/>
              <a:gd name="connsiteY13" fmla="*/ 0 h 5565947"/>
              <a:gd name="connsiteX14" fmla="*/ 6832169 w 11076042"/>
              <a:gd name="connsiteY14" fmla="*/ 0 h 5565947"/>
              <a:gd name="connsiteX15" fmla="*/ 7525879 w 11076042"/>
              <a:gd name="connsiteY15" fmla="*/ 0 h 5565947"/>
              <a:gd name="connsiteX16" fmla="*/ 7776547 w 11076042"/>
              <a:gd name="connsiteY16" fmla="*/ 0 h 5565947"/>
              <a:gd name="connsiteX17" fmla="*/ 8470257 w 11076042"/>
              <a:gd name="connsiteY17" fmla="*/ 0 h 5565947"/>
              <a:gd name="connsiteX18" fmla="*/ 9274728 w 11076042"/>
              <a:gd name="connsiteY18" fmla="*/ 0 h 5565947"/>
              <a:gd name="connsiteX19" fmla="*/ 9968438 w 11076042"/>
              <a:gd name="connsiteY19" fmla="*/ 0 h 5565947"/>
              <a:gd name="connsiteX20" fmla="*/ 10440627 w 11076042"/>
              <a:gd name="connsiteY20" fmla="*/ 0 h 5565947"/>
              <a:gd name="connsiteX21" fmla="*/ 11076042 w 11076042"/>
              <a:gd name="connsiteY21" fmla="*/ 0 h 5565947"/>
              <a:gd name="connsiteX22" fmla="*/ 11076042 w 11076042"/>
              <a:gd name="connsiteY22" fmla="*/ 556595 h 5565947"/>
              <a:gd name="connsiteX23" fmla="*/ 11076042 w 11076042"/>
              <a:gd name="connsiteY23" fmla="*/ 1113189 h 5565947"/>
              <a:gd name="connsiteX24" fmla="*/ 11076042 w 11076042"/>
              <a:gd name="connsiteY24" fmla="*/ 1669784 h 5565947"/>
              <a:gd name="connsiteX25" fmla="*/ 11076042 w 11076042"/>
              <a:gd name="connsiteY25" fmla="*/ 2226379 h 5565947"/>
              <a:gd name="connsiteX26" fmla="*/ 11076042 w 11076042"/>
              <a:gd name="connsiteY26" fmla="*/ 2727314 h 5565947"/>
              <a:gd name="connsiteX27" fmla="*/ 11076042 w 11076042"/>
              <a:gd name="connsiteY27" fmla="*/ 3395228 h 5565947"/>
              <a:gd name="connsiteX28" fmla="*/ 11076042 w 11076042"/>
              <a:gd name="connsiteY28" fmla="*/ 4007482 h 5565947"/>
              <a:gd name="connsiteX29" fmla="*/ 11076042 w 11076042"/>
              <a:gd name="connsiteY29" fmla="*/ 4508417 h 5565947"/>
              <a:gd name="connsiteX30" fmla="*/ 11076042 w 11076042"/>
              <a:gd name="connsiteY30" fmla="*/ 5065012 h 5565947"/>
              <a:gd name="connsiteX31" fmla="*/ 11076042 w 11076042"/>
              <a:gd name="connsiteY31" fmla="*/ 5565947 h 5565947"/>
              <a:gd name="connsiteX32" fmla="*/ 10382332 w 11076042"/>
              <a:gd name="connsiteY32" fmla="*/ 5565947 h 5565947"/>
              <a:gd name="connsiteX33" fmla="*/ 9688622 w 11076042"/>
              <a:gd name="connsiteY33" fmla="*/ 5565947 h 5565947"/>
              <a:gd name="connsiteX34" fmla="*/ 9327193 w 11076042"/>
              <a:gd name="connsiteY34" fmla="*/ 5565947 h 5565947"/>
              <a:gd name="connsiteX35" fmla="*/ 8522723 w 11076042"/>
              <a:gd name="connsiteY35" fmla="*/ 5565947 h 5565947"/>
              <a:gd name="connsiteX36" fmla="*/ 7829013 w 11076042"/>
              <a:gd name="connsiteY36" fmla="*/ 5565947 h 5565947"/>
              <a:gd name="connsiteX37" fmla="*/ 7356824 w 11076042"/>
              <a:gd name="connsiteY37" fmla="*/ 5565947 h 5565947"/>
              <a:gd name="connsiteX38" fmla="*/ 6884635 w 11076042"/>
              <a:gd name="connsiteY38" fmla="*/ 5565947 h 5565947"/>
              <a:gd name="connsiteX39" fmla="*/ 6301685 w 11076042"/>
              <a:gd name="connsiteY39" fmla="*/ 5565947 h 5565947"/>
              <a:gd name="connsiteX40" fmla="*/ 5829496 w 11076042"/>
              <a:gd name="connsiteY40" fmla="*/ 5565947 h 5565947"/>
              <a:gd name="connsiteX41" fmla="*/ 5025025 w 11076042"/>
              <a:gd name="connsiteY41" fmla="*/ 5565947 h 5565947"/>
              <a:gd name="connsiteX42" fmla="*/ 4552836 w 11076042"/>
              <a:gd name="connsiteY42" fmla="*/ 5565947 h 5565947"/>
              <a:gd name="connsiteX43" fmla="*/ 3969887 w 11076042"/>
              <a:gd name="connsiteY43" fmla="*/ 5565947 h 5565947"/>
              <a:gd name="connsiteX44" fmla="*/ 3608458 w 11076042"/>
              <a:gd name="connsiteY44" fmla="*/ 5565947 h 5565947"/>
              <a:gd name="connsiteX45" fmla="*/ 3136269 w 11076042"/>
              <a:gd name="connsiteY45" fmla="*/ 5565947 h 5565947"/>
              <a:gd name="connsiteX46" fmla="*/ 2442559 w 11076042"/>
              <a:gd name="connsiteY46" fmla="*/ 5565947 h 5565947"/>
              <a:gd name="connsiteX47" fmla="*/ 2191890 w 11076042"/>
              <a:gd name="connsiteY47" fmla="*/ 5565947 h 5565947"/>
              <a:gd name="connsiteX48" fmla="*/ 1941222 w 11076042"/>
              <a:gd name="connsiteY48" fmla="*/ 5565947 h 5565947"/>
              <a:gd name="connsiteX49" fmla="*/ 1136752 w 11076042"/>
              <a:gd name="connsiteY49" fmla="*/ 5565947 h 5565947"/>
              <a:gd name="connsiteX50" fmla="*/ 553802 w 11076042"/>
              <a:gd name="connsiteY50" fmla="*/ 5565947 h 5565947"/>
              <a:gd name="connsiteX51" fmla="*/ 0 w 11076042"/>
              <a:gd name="connsiteY51" fmla="*/ 5565947 h 5565947"/>
              <a:gd name="connsiteX52" fmla="*/ 0 w 11076042"/>
              <a:gd name="connsiteY52" fmla="*/ 5009352 h 5565947"/>
              <a:gd name="connsiteX53" fmla="*/ 0 w 11076042"/>
              <a:gd name="connsiteY53" fmla="*/ 4508417 h 5565947"/>
              <a:gd name="connsiteX54" fmla="*/ 0 w 11076042"/>
              <a:gd name="connsiteY54" fmla="*/ 4118801 h 5565947"/>
              <a:gd name="connsiteX55" fmla="*/ 0 w 11076042"/>
              <a:gd name="connsiteY55" fmla="*/ 3506547 h 5565947"/>
              <a:gd name="connsiteX56" fmla="*/ 0 w 11076042"/>
              <a:gd name="connsiteY56" fmla="*/ 2949952 h 5565947"/>
              <a:gd name="connsiteX57" fmla="*/ 0 w 11076042"/>
              <a:gd name="connsiteY57" fmla="*/ 2504676 h 5565947"/>
              <a:gd name="connsiteX58" fmla="*/ 0 w 11076042"/>
              <a:gd name="connsiteY58" fmla="*/ 1892422 h 5565947"/>
              <a:gd name="connsiteX59" fmla="*/ 0 w 11076042"/>
              <a:gd name="connsiteY59" fmla="*/ 1280168 h 5565947"/>
              <a:gd name="connsiteX60" fmla="*/ 0 w 11076042"/>
              <a:gd name="connsiteY60" fmla="*/ 834892 h 5565947"/>
              <a:gd name="connsiteX61" fmla="*/ 0 w 11076042"/>
              <a:gd name="connsiteY61" fmla="*/ 0 h 5565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1076042" h="5565947" extrusionOk="0">
                <a:moveTo>
                  <a:pt x="0" y="0"/>
                </a:moveTo>
                <a:cubicBezTo>
                  <a:pt x="215857" y="-10786"/>
                  <a:pt x="252696" y="3432"/>
                  <a:pt x="472189" y="0"/>
                </a:cubicBezTo>
                <a:cubicBezTo>
                  <a:pt x="691682" y="-3432"/>
                  <a:pt x="615466" y="27985"/>
                  <a:pt x="722857" y="0"/>
                </a:cubicBezTo>
                <a:cubicBezTo>
                  <a:pt x="830248" y="-27985"/>
                  <a:pt x="1078868" y="38393"/>
                  <a:pt x="1416567" y="0"/>
                </a:cubicBezTo>
                <a:cubicBezTo>
                  <a:pt x="1754266" y="-38393"/>
                  <a:pt x="1599749" y="26914"/>
                  <a:pt x="1777996" y="0"/>
                </a:cubicBezTo>
                <a:cubicBezTo>
                  <a:pt x="1956243" y="-26914"/>
                  <a:pt x="2366214" y="28247"/>
                  <a:pt x="2582467" y="0"/>
                </a:cubicBezTo>
                <a:cubicBezTo>
                  <a:pt x="2798720" y="-28247"/>
                  <a:pt x="2781330" y="22129"/>
                  <a:pt x="2833135" y="0"/>
                </a:cubicBezTo>
                <a:cubicBezTo>
                  <a:pt x="2884940" y="-22129"/>
                  <a:pt x="3202867" y="18429"/>
                  <a:pt x="3526845" y="0"/>
                </a:cubicBezTo>
                <a:cubicBezTo>
                  <a:pt x="3850823" y="-18429"/>
                  <a:pt x="3814924" y="44238"/>
                  <a:pt x="3999034" y="0"/>
                </a:cubicBezTo>
                <a:cubicBezTo>
                  <a:pt x="4183144" y="-44238"/>
                  <a:pt x="4163819" y="28132"/>
                  <a:pt x="4249702" y="0"/>
                </a:cubicBezTo>
                <a:cubicBezTo>
                  <a:pt x="4335585" y="-28132"/>
                  <a:pt x="4602420" y="31619"/>
                  <a:pt x="4721892" y="0"/>
                </a:cubicBezTo>
                <a:cubicBezTo>
                  <a:pt x="4841364" y="-31619"/>
                  <a:pt x="4876882" y="19369"/>
                  <a:pt x="4972560" y="0"/>
                </a:cubicBezTo>
                <a:cubicBezTo>
                  <a:pt x="5068238" y="-19369"/>
                  <a:pt x="5380530" y="25173"/>
                  <a:pt x="5777030" y="0"/>
                </a:cubicBezTo>
                <a:cubicBezTo>
                  <a:pt x="6173530" y="-25173"/>
                  <a:pt x="6223639" y="44049"/>
                  <a:pt x="6470740" y="0"/>
                </a:cubicBezTo>
                <a:cubicBezTo>
                  <a:pt x="6717841" y="-44049"/>
                  <a:pt x="6703988" y="41005"/>
                  <a:pt x="6832169" y="0"/>
                </a:cubicBezTo>
                <a:cubicBezTo>
                  <a:pt x="6960350" y="-41005"/>
                  <a:pt x="7217964" y="44708"/>
                  <a:pt x="7525879" y="0"/>
                </a:cubicBezTo>
                <a:cubicBezTo>
                  <a:pt x="7833794" y="-44708"/>
                  <a:pt x="7700355" y="6107"/>
                  <a:pt x="7776547" y="0"/>
                </a:cubicBezTo>
                <a:cubicBezTo>
                  <a:pt x="7852739" y="-6107"/>
                  <a:pt x="8146981" y="75994"/>
                  <a:pt x="8470257" y="0"/>
                </a:cubicBezTo>
                <a:cubicBezTo>
                  <a:pt x="8793533" y="-75994"/>
                  <a:pt x="9085039" y="6734"/>
                  <a:pt x="9274728" y="0"/>
                </a:cubicBezTo>
                <a:cubicBezTo>
                  <a:pt x="9464417" y="-6734"/>
                  <a:pt x="9763326" y="44448"/>
                  <a:pt x="9968438" y="0"/>
                </a:cubicBezTo>
                <a:cubicBezTo>
                  <a:pt x="10173550" y="-44448"/>
                  <a:pt x="10260151" y="26492"/>
                  <a:pt x="10440627" y="0"/>
                </a:cubicBezTo>
                <a:cubicBezTo>
                  <a:pt x="10621103" y="-26492"/>
                  <a:pt x="10855324" y="26824"/>
                  <a:pt x="11076042" y="0"/>
                </a:cubicBezTo>
                <a:cubicBezTo>
                  <a:pt x="11080055" y="159787"/>
                  <a:pt x="11062849" y="414830"/>
                  <a:pt x="11076042" y="556595"/>
                </a:cubicBezTo>
                <a:cubicBezTo>
                  <a:pt x="11089235" y="698360"/>
                  <a:pt x="11044436" y="971491"/>
                  <a:pt x="11076042" y="1113189"/>
                </a:cubicBezTo>
                <a:cubicBezTo>
                  <a:pt x="11107648" y="1254887"/>
                  <a:pt x="11042698" y="1440690"/>
                  <a:pt x="11076042" y="1669784"/>
                </a:cubicBezTo>
                <a:cubicBezTo>
                  <a:pt x="11109386" y="1898878"/>
                  <a:pt x="11046225" y="2017006"/>
                  <a:pt x="11076042" y="2226379"/>
                </a:cubicBezTo>
                <a:cubicBezTo>
                  <a:pt x="11105859" y="2435752"/>
                  <a:pt x="11022329" y="2558201"/>
                  <a:pt x="11076042" y="2727314"/>
                </a:cubicBezTo>
                <a:cubicBezTo>
                  <a:pt x="11129755" y="2896428"/>
                  <a:pt x="11017047" y="3124236"/>
                  <a:pt x="11076042" y="3395228"/>
                </a:cubicBezTo>
                <a:cubicBezTo>
                  <a:pt x="11135037" y="3666220"/>
                  <a:pt x="11018593" y="3716347"/>
                  <a:pt x="11076042" y="4007482"/>
                </a:cubicBezTo>
                <a:cubicBezTo>
                  <a:pt x="11133491" y="4298617"/>
                  <a:pt x="11067158" y="4276169"/>
                  <a:pt x="11076042" y="4508417"/>
                </a:cubicBezTo>
                <a:cubicBezTo>
                  <a:pt x="11084926" y="4740665"/>
                  <a:pt x="11061455" y="4876337"/>
                  <a:pt x="11076042" y="5065012"/>
                </a:cubicBezTo>
                <a:cubicBezTo>
                  <a:pt x="11090629" y="5253688"/>
                  <a:pt x="11059150" y="5331180"/>
                  <a:pt x="11076042" y="5565947"/>
                </a:cubicBezTo>
                <a:cubicBezTo>
                  <a:pt x="10909350" y="5589794"/>
                  <a:pt x="10726680" y="5551357"/>
                  <a:pt x="10382332" y="5565947"/>
                </a:cubicBezTo>
                <a:cubicBezTo>
                  <a:pt x="10037984" y="5580537"/>
                  <a:pt x="9922645" y="5531338"/>
                  <a:pt x="9688622" y="5565947"/>
                </a:cubicBezTo>
                <a:cubicBezTo>
                  <a:pt x="9454599" y="5600556"/>
                  <a:pt x="9480788" y="5553812"/>
                  <a:pt x="9327193" y="5565947"/>
                </a:cubicBezTo>
                <a:cubicBezTo>
                  <a:pt x="9173598" y="5578082"/>
                  <a:pt x="8824902" y="5536179"/>
                  <a:pt x="8522723" y="5565947"/>
                </a:cubicBezTo>
                <a:cubicBezTo>
                  <a:pt x="8220544" y="5595715"/>
                  <a:pt x="8023188" y="5547816"/>
                  <a:pt x="7829013" y="5565947"/>
                </a:cubicBezTo>
                <a:cubicBezTo>
                  <a:pt x="7634838" y="5584078"/>
                  <a:pt x="7543116" y="5518808"/>
                  <a:pt x="7356824" y="5565947"/>
                </a:cubicBezTo>
                <a:cubicBezTo>
                  <a:pt x="7170532" y="5613086"/>
                  <a:pt x="7069089" y="5563633"/>
                  <a:pt x="6884635" y="5565947"/>
                </a:cubicBezTo>
                <a:cubicBezTo>
                  <a:pt x="6700181" y="5568261"/>
                  <a:pt x="6480824" y="5548574"/>
                  <a:pt x="6301685" y="5565947"/>
                </a:cubicBezTo>
                <a:cubicBezTo>
                  <a:pt x="6122546" y="5583320"/>
                  <a:pt x="5965607" y="5539125"/>
                  <a:pt x="5829496" y="5565947"/>
                </a:cubicBezTo>
                <a:cubicBezTo>
                  <a:pt x="5693385" y="5592769"/>
                  <a:pt x="5209796" y="5523625"/>
                  <a:pt x="5025025" y="5565947"/>
                </a:cubicBezTo>
                <a:cubicBezTo>
                  <a:pt x="4840254" y="5608269"/>
                  <a:pt x="4675150" y="5529855"/>
                  <a:pt x="4552836" y="5565947"/>
                </a:cubicBezTo>
                <a:cubicBezTo>
                  <a:pt x="4430522" y="5602039"/>
                  <a:pt x="4152906" y="5528534"/>
                  <a:pt x="3969887" y="5565947"/>
                </a:cubicBezTo>
                <a:cubicBezTo>
                  <a:pt x="3786868" y="5603360"/>
                  <a:pt x="3739921" y="5531710"/>
                  <a:pt x="3608458" y="5565947"/>
                </a:cubicBezTo>
                <a:cubicBezTo>
                  <a:pt x="3476995" y="5600184"/>
                  <a:pt x="3361972" y="5541518"/>
                  <a:pt x="3136269" y="5565947"/>
                </a:cubicBezTo>
                <a:cubicBezTo>
                  <a:pt x="2910566" y="5590376"/>
                  <a:pt x="2694675" y="5507145"/>
                  <a:pt x="2442559" y="5565947"/>
                </a:cubicBezTo>
                <a:cubicBezTo>
                  <a:pt x="2190443" y="5624749"/>
                  <a:pt x="2285648" y="5536329"/>
                  <a:pt x="2191890" y="5565947"/>
                </a:cubicBezTo>
                <a:cubicBezTo>
                  <a:pt x="2098132" y="5595565"/>
                  <a:pt x="2012419" y="5556013"/>
                  <a:pt x="1941222" y="5565947"/>
                </a:cubicBezTo>
                <a:cubicBezTo>
                  <a:pt x="1870025" y="5575881"/>
                  <a:pt x="1484801" y="5499986"/>
                  <a:pt x="1136752" y="5565947"/>
                </a:cubicBezTo>
                <a:cubicBezTo>
                  <a:pt x="788703" y="5631908"/>
                  <a:pt x="766125" y="5508238"/>
                  <a:pt x="553802" y="5565947"/>
                </a:cubicBezTo>
                <a:cubicBezTo>
                  <a:pt x="341479" y="5623656"/>
                  <a:pt x="259828" y="5548879"/>
                  <a:pt x="0" y="5565947"/>
                </a:cubicBezTo>
                <a:cubicBezTo>
                  <a:pt x="-37065" y="5310030"/>
                  <a:pt x="27422" y="5196143"/>
                  <a:pt x="0" y="5009352"/>
                </a:cubicBezTo>
                <a:cubicBezTo>
                  <a:pt x="-27422" y="4822561"/>
                  <a:pt x="33951" y="4752621"/>
                  <a:pt x="0" y="4508417"/>
                </a:cubicBezTo>
                <a:cubicBezTo>
                  <a:pt x="-33951" y="4264213"/>
                  <a:pt x="40988" y="4230573"/>
                  <a:pt x="0" y="4118801"/>
                </a:cubicBezTo>
                <a:cubicBezTo>
                  <a:pt x="-40988" y="4007029"/>
                  <a:pt x="47676" y="3720607"/>
                  <a:pt x="0" y="3506547"/>
                </a:cubicBezTo>
                <a:cubicBezTo>
                  <a:pt x="-47676" y="3292487"/>
                  <a:pt x="9989" y="3062516"/>
                  <a:pt x="0" y="2949952"/>
                </a:cubicBezTo>
                <a:cubicBezTo>
                  <a:pt x="-9989" y="2837388"/>
                  <a:pt x="53354" y="2621520"/>
                  <a:pt x="0" y="2504676"/>
                </a:cubicBezTo>
                <a:cubicBezTo>
                  <a:pt x="-53354" y="2387832"/>
                  <a:pt x="3190" y="2194255"/>
                  <a:pt x="0" y="1892422"/>
                </a:cubicBezTo>
                <a:cubicBezTo>
                  <a:pt x="-3190" y="1590589"/>
                  <a:pt x="18256" y="1463359"/>
                  <a:pt x="0" y="1280168"/>
                </a:cubicBezTo>
                <a:cubicBezTo>
                  <a:pt x="-18256" y="1096977"/>
                  <a:pt x="39168" y="1016691"/>
                  <a:pt x="0" y="834892"/>
                </a:cubicBezTo>
                <a:cubicBezTo>
                  <a:pt x="-39168" y="653093"/>
                  <a:pt x="59450" y="187022"/>
                  <a:pt x="0" y="0"/>
                </a:cubicBezTo>
                <a:close/>
              </a:path>
            </a:pathLst>
          </a:custGeom>
          <a:noFill/>
          <a:ln w="19050">
            <a:solidFill>
              <a:schemeClr val="accent2">
                <a:lumMod val="50000"/>
              </a:schemeClr>
            </a:solidFill>
            <a:extLst>
              <a:ext uri="{C807C97D-BFC1-408E-A445-0C87EB9F89A2}">
                <ask:lineSketchStyleProps xmlns:ask="http://schemas.microsoft.com/office/drawing/2018/sketchyshapes" sd="3308984581">
                  <a:prstGeom prst="rect">
                    <a:avLst/>
                  </a:prstGeom>
                  <ask:type>
                    <ask:lineSketchScribble/>
                  </ask:type>
                </ask:lineSketchStyleProps>
              </a:ext>
            </a:extLst>
          </a:ln>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The main goal of this project is to create a simple and user-friendly MATLAB-based GUI that can add speckle noise to images and help in removing it effectively. The GUI will allow users to upload any image, control the amount of speckle noise they want to apply, and use filtering methods to reduce the noise while keeping the image details clear.</a:t>
            </a:r>
          </a:p>
          <a:p>
            <a:pPr>
              <a:lnSpc>
                <a:spcPct val="150000"/>
              </a:lnSpc>
            </a:pPr>
            <a:r>
              <a:rPr lang="en-US" sz="2400" dirty="0">
                <a:latin typeface="Times New Roman" panose="02020603050405020304" pitchFamily="18" charset="0"/>
                <a:cs typeface="Times New Roman" panose="02020603050405020304" pitchFamily="18" charset="0"/>
              </a:rPr>
              <a:t>Another important aim is to let users adjust settings like noise strength and filter size easily through sliders or controls. The GUI will also show the original image, the generated noise pattern, the noisy image, and the filtered image side-by-side for better understanding. Overall, the project aims to provide a practical and educational tool to learn how speckle noise affects images and how it can be reduced</a:t>
            </a:r>
          </a:p>
        </p:txBody>
      </p:sp>
    </p:spTree>
    <p:extLst>
      <p:ext uri="{BB962C8B-B14F-4D97-AF65-F5344CB8AC3E}">
        <p14:creationId xmlns:p14="http://schemas.microsoft.com/office/powerpoint/2010/main" val="3183035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07E9D4-B21D-2211-D021-ED96ACC720C6}"/>
              </a:ext>
            </a:extLst>
          </p:cNvPr>
          <p:cNvSpPr>
            <a:spLocks noGrp="1"/>
          </p:cNvSpPr>
          <p:nvPr>
            <p:ph type="title"/>
          </p:nvPr>
        </p:nvSpPr>
        <p:spPr>
          <a:xfrm>
            <a:off x="4281329" y="246427"/>
            <a:ext cx="3629337" cy="510817"/>
          </a:xfrm>
          <a:custGeom>
            <a:avLst/>
            <a:gdLst>
              <a:gd name="connsiteX0" fmla="*/ 0 w 3629337"/>
              <a:gd name="connsiteY0" fmla="*/ 0 h 510817"/>
              <a:gd name="connsiteX1" fmla="*/ 604890 w 3629337"/>
              <a:gd name="connsiteY1" fmla="*/ 0 h 510817"/>
              <a:gd name="connsiteX2" fmla="*/ 1246072 w 3629337"/>
              <a:gd name="connsiteY2" fmla="*/ 0 h 510817"/>
              <a:gd name="connsiteX3" fmla="*/ 1923549 w 3629337"/>
              <a:gd name="connsiteY3" fmla="*/ 0 h 510817"/>
              <a:gd name="connsiteX4" fmla="*/ 2419558 w 3629337"/>
              <a:gd name="connsiteY4" fmla="*/ 0 h 510817"/>
              <a:gd name="connsiteX5" fmla="*/ 2951861 w 3629337"/>
              <a:gd name="connsiteY5" fmla="*/ 0 h 510817"/>
              <a:gd name="connsiteX6" fmla="*/ 3629337 w 3629337"/>
              <a:gd name="connsiteY6" fmla="*/ 0 h 510817"/>
              <a:gd name="connsiteX7" fmla="*/ 3629337 w 3629337"/>
              <a:gd name="connsiteY7" fmla="*/ 510817 h 510817"/>
              <a:gd name="connsiteX8" fmla="*/ 2951861 w 3629337"/>
              <a:gd name="connsiteY8" fmla="*/ 510817 h 510817"/>
              <a:gd name="connsiteX9" fmla="*/ 2346971 w 3629337"/>
              <a:gd name="connsiteY9" fmla="*/ 510817 h 510817"/>
              <a:gd name="connsiteX10" fmla="*/ 1814669 w 3629337"/>
              <a:gd name="connsiteY10" fmla="*/ 510817 h 510817"/>
              <a:gd name="connsiteX11" fmla="*/ 1246072 w 3629337"/>
              <a:gd name="connsiteY11" fmla="*/ 510817 h 510817"/>
              <a:gd name="connsiteX12" fmla="*/ 568596 w 3629337"/>
              <a:gd name="connsiteY12" fmla="*/ 510817 h 510817"/>
              <a:gd name="connsiteX13" fmla="*/ 0 w 3629337"/>
              <a:gd name="connsiteY13" fmla="*/ 510817 h 510817"/>
              <a:gd name="connsiteX14" fmla="*/ 0 w 3629337"/>
              <a:gd name="connsiteY14" fmla="*/ 0 h 51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29337" h="510817" fill="none" extrusionOk="0">
                <a:moveTo>
                  <a:pt x="0" y="0"/>
                </a:moveTo>
                <a:cubicBezTo>
                  <a:pt x="124948" y="28773"/>
                  <a:pt x="354748" y="-437"/>
                  <a:pt x="604890" y="0"/>
                </a:cubicBezTo>
                <a:cubicBezTo>
                  <a:pt x="855032" y="437"/>
                  <a:pt x="1052394" y="-21319"/>
                  <a:pt x="1246072" y="0"/>
                </a:cubicBezTo>
                <a:cubicBezTo>
                  <a:pt x="1439750" y="21319"/>
                  <a:pt x="1748354" y="23721"/>
                  <a:pt x="1923549" y="0"/>
                </a:cubicBezTo>
                <a:cubicBezTo>
                  <a:pt x="2098744" y="-23721"/>
                  <a:pt x="2233808" y="5396"/>
                  <a:pt x="2419558" y="0"/>
                </a:cubicBezTo>
                <a:cubicBezTo>
                  <a:pt x="2605308" y="-5396"/>
                  <a:pt x="2692223" y="12058"/>
                  <a:pt x="2951861" y="0"/>
                </a:cubicBezTo>
                <a:cubicBezTo>
                  <a:pt x="3211499" y="-12058"/>
                  <a:pt x="3319865" y="-19251"/>
                  <a:pt x="3629337" y="0"/>
                </a:cubicBezTo>
                <a:cubicBezTo>
                  <a:pt x="3642849" y="165254"/>
                  <a:pt x="3628750" y="399792"/>
                  <a:pt x="3629337" y="510817"/>
                </a:cubicBezTo>
                <a:cubicBezTo>
                  <a:pt x="3346003" y="492539"/>
                  <a:pt x="3117337" y="531252"/>
                  <a:pt x="2951861" y="510817"/>
                </a:cubicBezTo>
                <a:cubicBezTo>
                  <a:pt x="2786385" y="490382"/>
                  <a:pt x="2635633" y="533668"/>
                  <a:pt x="2346971" y="510817"/>
                </a:cubicBezTo>
                <a:cubicBezTo>
                  <a:pt x="2058309" y="487967"/>
                  <a:pt x="1994717" y="489566"/>
                  <a:pt x="1814669" y="510817"/>
                </a:cubicBezTo>
                <a:cubicBezTo>
                  <a:pt x="1634621" y="532068"/>
                  <a:pt x="1454876" y="512785"/>
                  <a:pt x="1246072" y="510817"/>
                </a:cubicBezTo>
                <a:cubicBezTo>
                  <a:pt x="1037268" y="508849"/>
                  <a:pt x="876632" y="488112"/>
                  <a:pt x="568596" y="510817"/>
                </a:cubicBezTo>
                <a:cubicBezTo>
                  <a:pt x="260560" y="533522"/>
                  <a:pt x="207303" y="536091"/>
                  <a:pt x="0" y="510817"/>
                </a:cubicBezTo>
                <a:cubicBezTo>
                  <a:pt x="-8118" y="374926"/>
                  <a:pt x="4521" y="134390"/>
                  <a:pt x="0" y="0"/>
                </a:cubicBezTo>
                <a:close/>
              </a:path>
              <a:path w="3629337" h="510817" stroke="0" extrusionOk="0">
                <a:moveTo>
                  <a:pt x="0" y="0"/>
                </a:moveTo>
                <a:cubicBezTo>
                  <a:pt x="126798" y="-18703"/>
                  <a:pt x="482731" y="-15186"/>
                  <a:pt x="604890" y="0"/>
                </a:cubicBezTo>
                <a:cubicBezTo>
                  <a:pt x="727049" y="15186"/>
                  <a:pt x="1113801" y="26499"/>
                  <a:pt x="1282366" y="0"/>
                </a:cubicBezTo>
                <a:cubicBezTo>
                  <a:pt x="1450931" y="-26499"/>
                  <a:pt x="1651172" y="2806"/>
                  <a:pt x="1850962" y="0"/>
                </a:cubicBezTo>
                <a:cubicBezTo>
                  <a:pt x="2050752" y="-2806"/>
                  <a:pt x="2203585" y="1945"/>
                  <a:pt x="2455851" y="0"/>
                </a:cubicBezTo>
                <a:cubicBezTo>
                  <a:pt x="2708117" y="-1945"/>
                  <a:pt x="2912204" y="12686"/>
                  <a:pt x="3097034" y="0"/>
                </a:cubicBezTo>
                <a:cubicBezTo>
                  <a:pt x="3281864" y="-12686"/>
                  <a:pt x="3401345" y="9467"/>
                  <a:pt x="3629337" y="0"/>
                </a:cubicBezTo>
                <a:cubicBezTo>
                  <a:pt x="3652365" y="190278"/>
                  <a:pt x="3648485" y="297830"/>
                  <a:pt x="3629337" y="510817"/>
                </a:cubicBezTo>
                <a:cubicBezTo>
                  <a:pt x="3412559" y="510474"/>
                  <a:pt x="3193329" y="519101"/>
                  <a:pt x="3060741" y="510817"/>
                </a:cubicBezTo>
                <a:cubicBezTo>
                  <a:pt x="2928153" y="502533"/>
                  <a:pt x="2712060" y="488832"/>
                  <a:pt x="2492145" y="510817"/>
                </a:cubicBezTo>
                <a:cubicBezTo>
                  <a:pt x="2272230" y="532802"/>
                  <a:pt x="2035272" y="483434"/>
                  <a:pt x="1887255" y="510817"/>
                </a:cubicBezTo>
                <a:cubicBezTo>
                  <a:pt x="1739238" y="538201"/>
                  <a:pt x="1550427" y="505359"/>
                  <a:pt x="1391246" y="510817"/>
                </a:cubicBezTo>
                <a:cubicBezTo>
                  <a:pt x="1232065" y="516275"/>
                  <a:pt x="1029898" y="513461"/>
                  <a:pt x="750063" y="510817"/>
                </a:cubicBezTo>
                <a:cubicBezTo>
                  <a:pt x="470228" y="508173"/>
                  <a:pt x="193746" y="505449"/>
                  <a:pt x="0" y="510817"/>
                </a:cubicBezTo>
                <a:cubicBezTo>
                  <a:pt x="8647" y="268754"/>
                  <a:pt x="-9294" y="128554"/>
                  <a:pt x="0" y="0"/>
                </a:cubicBezTo>
                <a:close/>
              </a:path>
            </a:pathLst>
          </a:custGeom>
          <a:ln>
            <a:extLst>
              <a:ext uri="{C807C97D-BFC1-408E-A445-0C87EB9F89A2}">
                <ask:lineSketchStyleProps xmlns:ask="http://schemas.microsoft.com/office/drawing/2018/sketchyshapes" sd="241991216">
                  <ask:type>
                    <ask:lineSketchFreehand/>
                  </ask:type>
                </ask:lineSketchStyleProps>
              </a:ext>
            </a:extLst>
          </a:ln>
        </p:spPr>
        <p:txBody>
          <a:bodyPr>
            <a:normAutofit fontScale="90000"/>
          </a:bodyPr>
          <a:lstStyle/>
          <a:p>
            <a:r>
              <a:rPr lang="en-US" sz="2800" b="1" dirty="0">
                <a:effectLst/>
                <a:latin typeface="Times New Roman" panose="02020603050405020304" pitchFamily="18" charset="0"/>
                <a:ea typeface="Times New Roman" panose="02020603050405020304" pitchFamily="18" charset="0"/>
              </a:rPr>
              <a:t>Methodology</a:t>
            </a:r>
            <a:endParaRPr lang="en-US" dirty="0"/>
          </a:p>
        </p:txBody>
      </p:sp>
      <p:sp>
        <p:nvSpPr>
          <p:cNvPr id="4" name="Rectangle 2">
            <a:extLst>
              <a:ext uri="{FF2B5EF4-FFF2-40B4-BE49-F238E27FC236}">
                <a16:creationId xmlns:a16="http://schemas.microsoft.com/office/drawing/2014/main" id="{900FFA3B-0EA1-0EDE-517B-B667941C9129}"/>
              </a:ext>
            </a:extLst>
          </p:cNvPr>
          <p:cNvSpPr>
            <a:spLocks noChangeArrowheads="1"/>
          </p:cNvSpPr>
          <p:nvPr/>
        </p:nvSpPr>
        <p:spPr bwMode="auto">
          <a:xfrm>
            <a:off x="997972" y="979262"/>
            <a:ext cx="10196050" cy="5632311"/>
          </a:xfrm>
          <a:custGeom>
            <a:avLst/>
            <a:gdLst>
              <a:gd name="connsiteX0" fmla="*/ 0 w 10196050"/>
              <a:gd name="connsiteY0" fmla="*/ 0 h 5632311"/>
              <a:gd name="connsiteX1" fmla="*/ 803689 w 10196050"/>
              <a:gd name="connsiteY1" fmla="*/ 0 h 5632311"/>
              <a:gd name="connsiteX2" fmla="*/ 1505417 w 10196050"/>
              <a:gd name="connsiteY2" fmla="*/ 0 h 5632311"/>
              <a:gd name="connsiteX3" fmla="*/ 1901263 w 10196050"/>
              <a:gd name="connsiteY3" fmla="*/ 0 h 5632311"/>
              <a:gd name="connsiteX4" fmla="*/ 2602992 w 10196050"/>
              <a:gd name="connsiteY4" fmla="*/ 0 h 5632311"/>
              <a:gd name="connsiteX5" fmla="*/ 3202759 w 10196050"/>
              <a:gd name="connsiteY5" fmla="*/ 0 h 5632311"/>
              <a:gd name="connsiteX6" fmla="*/ 3904487 w 10196050"/>
              <a:gd name="connsiteY6" fmla="*/ 0 h 5632311"/>
              <a:gd name="connsiteX7" fmla="*/ 4504255 w 10196050"/>
              <a:gd name="connsiteY7" fmla="*/ 0 h 5632311"/>
              <a:gd name="connsiteX8" fmla="*/ 5002062 w 10196050"/>
              <a:gd name="connsiteY8" fmla="*/ 0 h 5632311"/>
              <a:gd name="connsiteX9" fmla="*/ 5397909 w 10196050"/>
              <a:gd name="connsiteY9" fmla="*/ 0 h 5632311"/>
              <a:gd name="connsiteX10" fmla="*/ 5691795 w 10196050"/>
              <a:gd name="connsiteY10" fmla="*/ 0 h 5632311"/>
              <a:gd name="connsiteX11" fmla="*/ 6087642 w 10196050"/>
              <a:gd name="connsiteY11" fmla="*/ 0 h 5632311"/>
              <a:gd name="connsiteX12" fmla="*/ 6789370 w 10196050"/>
              <a:gd name="connsiteY12" fmla="*/ 0 h 5632311"/>
              <a:gd name="connsiteX13" fmla="*/ 7593058 w 10196050"/>
              <a:gd name="connsiteY13" fmla="*/ 0 h 5632311"/>
              <a:gd name="connsiteX14" fmla="*/ 8192826 w 10196050"/>
              <a:gd name="connsiteY14" fmla="*/ 0 h 5632311"/>
              <a:gd name="connsiteX15" fmla="*/ 8996515 w 10196050"/>
              <a:gd name="connsiteY15" fmla="*/ 0 h 5632311"/>
              <a:gd name="connsiteX16" fmla="*/ 9494322 w 10196050"/>
              <a:gd name="connsiteY16" fmla="*/ 0 h 5632311"/>
              <a:gd name="connsiteX17" fmla="*/ 10196050 w 10196050"/>
              <a:gd name="connsiteY17" fmla="*/ 0 h 5632311"/>
              <a:gd name="connsiteX18" fmla="*/ 10196050 w 10196050"/>
              <a:gd name="connsiteY18" fmla="*/ 563231 h 5632311"/>
              <a:gd name="connsiteX19" fmla="*/ 10196050 w 10196050"/>
              <a:gd name="connsiteY19" fmla="*/ 1182785 h 5632311"/>
              <a:gd name="connsiteX20" fmla="*/ 10196050 w 10196050"/>
              <a:gd name="connsiteY20" fmla="*/ 1746016 h 5632311"/>
              <a:gd name="connsiteX21" fmla="*/ 10196050 w 10196050"/>
              <a:gd name="connsiteY21" fmla="*/ 2421894 h 5632311"/>
              <a:gd name="connsiteX22" fmla="*/ 10196050 w 10196050"/>
              <a:gd name="connsiteY22" fmla="*/ 2816156 h 5632311"/>
              <a:gd name="connsiteX23" fmla="*/ 10196050 w 10196050"/>
              <a:gd name="connsiteY23" fmla="*/ 3379387 h 5632311"/>
              <a:gd name="connsiteX24" fmla="*/ 10196050 w 10196050"/>
              <a:gd name="connsiteY24" fmla="*/ 3773648 h 5632311"/>
              <a:gd name="connsiteX25" fmla="*/ 10196050 w 10196050"/>
              <a:gd name="connsiteY25" fmla="*/ 4393203 h 5632311"/>
              <a:gd name="connsiteX26" fmla="*/ 10196050 w 10196050"/>
              <a:gd name="connsiteY26" fmla="*/ 5012757 h 5632311"/>
              <a:gd name="connsiteX27" fmla="*/ 10196050 w 10196050"/>
              <a:gd name="connsiteY27" fmla="*/ 5632311 h 5632311"/>
              <a:gd name="connsiteX28" fmla="*/ 9494322 w 10196050"/>
              <a:gd name="connsiteY28" fmla="*/ 5632311 h 5632311"/>
              <a:gd name="connsiteX29" fmla="*/ 9098475 w 10196050"/>
              <a:gd name="connsiteY29" fmla="*/ 5632311 h 5632311"/>
              <a:gd name="connsiteX30" fmla="*/ 8600668 w 10196050"/>
              <a:gd name="connsiteY30" fmla="*/ 5632311 h 5632311"/>
              <a:gd name="connsiteX31" fmla="*/ 8306782 w 10196050"/>
              <a:gd name="connsiteY31" fmla="*/ 5632311 h 5632311"/>
              <a:gd name="connsiteX32" fmla="*/ 7605054 w 10196050"/>
              <a:gd name="connsiteY32" fmla="*/ 5632311 h 5632311"/>
              <a:gd name="connsiteX33" fmla="*/ 7005286 w 10196050"/>
              <a:gd name="connsiteY33" fmla="*/ 5632311 h 5632311"/>
              <a:gd name="connsiteX34" fmla="*/ 6405518 w 10196050"/>
              <a:gd name="connsiteY34" fmla="*/ 5632311 h 5632311"/>
              <a:gd name="connsiteX35" fmla="*/ 5601830 w 10196050"/>
              <a:gd name="connsiteY35" fmla="*/ 5632311 h 5632311"/>
              <a:gd name="connsiteX36" fmla="*/ 5104023 w 10196050"/>
              <a:gd name="connsiteY36" fmla="*/ 5632311 h 5632311"/>
              <a:gd name="connsiteX37" fmla="*/ 4810137 w 10196050"/>
              <a:gd name="connsiteY37" fmla="*/ 5632311 h 5632311"/>
              <a:gd name="connsiteX38" fmla="*/ 4312329 w 10196050"/>
              <a:gd name="connsiteY38" fmla="*/ 5632311 h 5632311"/>
              <a:gd name="connsiteX39" fmla="*/ 4018443 w 10196050"/>
              <a:gd name="connsiteY39" fmla="*/ 5632311 h 5632311"/>
              <a:gd name="connsiteX40" fmla="*/ 3724557 w 10196050"/>
              <a:gd name="connsiteY40" fmla="*/ 5632311 h 5632311"/>
              <a:gd name="connsiteX41" fmla="*/ 2920868 w 10196050"/>
              <a:gd name="connsiteY41" fmla="*/ 5632311 h 5632311"/>
              <a:gd name="connsiteX42" fmla="*/ 2321101 w 10196050"/>
              <a:gd name="connsiteY42" fmla="*/ 5632311 h 5632311"/>
              <a:gd name="connsiteX43" fmla="*/ 1925254 w 10196050"/>
              <a:gd name="connsiteY43" fmla="*/ 5632311 h 5632311"/>
              <a:gd name="connsiteX44" fmla="*/ 1427447 w 10196050"/>
              <a:gd name="connsiteY44" fmla="*/ 5632311 h 5632311"/>
              <a:gd name="connsiteX45" fmla="*/ 725719 w 10196050"/>
              <a:gd name="connsiteY45" fmla="*/ 5632311 h 5632311"/>
              <a:gd name="connsiteX46" fmla="*/ 0 w 10196050"/>
              <a:gd name="connsiteY46" fmla="*/ 5632311 h 5632311"/>
              <a:gd name="connsiteX47" fmla="*/ 0 w 10196050"/>
              <a:gd name="connsiteY47" fmla="*/ 4956434 h 5632311"/>
              <a:gd name="connsiteX48" fmla="*/ 0 w 10196050"/>
              <a:gd name="connsiteY48" fmla="*/ 4562172 h 5632311"/>
              <a:gd name="connsiteX49" fmla="*/ 0 w 10196050"/>
              <a:gd name="connsiteY49" fmla="*/ 4111587 h 5632311"/>
              <a:gd name="connsiteX50" fmla="*/ 0 w 10196050"/>
              <a:gd name="connsiteY50" fmla="*/ 3492033 h 5632311"/>
              <a:gd name="connsiteX51" fmla="*/ 0 w 10196050"/>
              <a:gd name="connsiteY51" fmla="*/ 2928802 h 5632311"/>
              <a:gd name="connsiteX52" fmla="*/ 0 w 10196050"/>
              <a:gd name="connsiteY52" fmla="*/ 2421894 h 5632311"/>
              <a:gd name="connsiteX53" fmla="*/ 0 w 10196050"/>
              <a:gd name="connsiteY53" fmla="*/ 1914986 h 5632311"/>
              <a:gd name="connsiteX54" fmla="*/ 0 w 10196050"/>
              <a:gd name="connsiteY54" fmla="*/ 1520724 h 5632311"/>
              <a:gd name="connsiteX55" fmla="*/ 0 w 10196050"/>
              <a:gd name="connsiteY55" fmla="*/ 901170 h 5632311"/>
              <a:gd name="connsiteX56" fmla="*/ 0 w 10196050"/>
              <a:gd name="connsiteY56" fmla="*/ 506908 h 5632311"/>
              <a:gd name="connsiteX57" fmla="*/ 0 w 10196050"/>
              <a:gd name="connsiteY57" fmla="*/ 0 h 563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0196050" h="5632311" extrusionOk="0">
                <a:moveTo>
                  <a:pt x="0" y="0"/>
                </a:moveTo>
                <a:cubicBezTo>
                  <a:pt x="336115" y="-81400"/>
                  <a:pt x="459073" y="92562"/>
                  <a:pt x="803689" y="0"/>
                </a:cubicBezTo>
                <a:cubicBezTo>
                  <a:pt x="1148305" y="-92562"/>
                  <a:pt x="1282220" y="13239"/>
                  <a:pt x="1505417" y="0"/>
                </a:cubicBezTo>
                <a:cubicBezTo>
                  <a:pt x="1728614" y="-13239"/>
                  <a:pt x="1818706" y="19411"/>
                  <a:pt x="1901263" y="0"/>
                </a:cubicBezTo>
                <a:cubicBezTo>
                  <a:pt x="1983820" y="-19411"/>
                  <a:pt x="2371057" y="21357"/>
                  <a:pt x="2602992" y="0"/>
                </a:cubicBezTo>
                <a:cubicBezTo>
                  <a:pt x="2834927" y="-21357"/>
                  <a:pt x="3014805" y="48905"/>
                  <a:pt x="3202759" y="0"/>
                </a:cubicBezTo>
                <a:cubicBezTo>
                  <a:pt x="3390713" y="-48905"/>
                  <a:pt x="3659351" y="15397"/>
                  <a:pt x="3904487" y="0"/>
                </a:cubicBezTo>
                <a:cubicBezTo>
                  <a:pt x="4149623" y="-15397"/>
                  <a:pt x="4337939" y="43383"/>
                  <a:pt x="4504255" y="0"/>
                </a:cubicBezTo>
                <a:cubicBezTo>
                  <a:pt x="4670571" y="-43383"/>
                  <a:pt x="4860093" y="36660"/>
                  <a:pt x="5002062" y="0"/>
                </a:cubicBezTo>
                <a:cubicBezTo>
                  <a:pt x="5144031" y="-36660"/>
                  <a:pt x="5215683" y="39600"/>
                  <a:pt x="5397909" y="0"/>
                </a:cubicBezTo>
                <a:cubicBezTo>
                  <a:pt x="5580135" y="-39600"/>
                  <a:pt x="5599924" y="15063"/>
                  <a:pt x="5691795" y="0"/>
                </a:cubicBezTo>
                <a:cubicBezTo>
                  <a:pt x="5783666" y="-15063"/>
                  <a:pt x="5981359" y="14554"/>
                  <a:pt x="6087642" y="0"/>
                </a:cubicBezTo>
                <a:cubicBezTo>
                  <a:pt x="6193925" y="-14554"/>
                  <a:pt x="6518626" y="42559"/>
                  <a:pt x="6789370" y="0"/>
                </a:cubicBezTo>
                <a:cubicBezTo>
                  <a:pt x="7060114" y="-42559"/>
                  <a:pt x="7407526" y="6094"/>
                  <a:pt x="7593058" y="0"/>
                </a:cubicBezTo>
                <a:cubicBezTo>
                  <a:pt x="7778590" y="-6094"/>
                  <a:pt x="7923354" y="52570"/>
                  <a:pt x="8192826" y="0"/>
                </a:cubicBezTo>
                <a:cubicBezTo>
                  <a:pt x="8462298" y="-52570"/>
                  <a:pt x="8752417" y="52779"/>
                  <a:pt x="8996515" y="0"/>
                </a:cubicBezTo>
                <a:cubicBezTo>
                  <a:pt x="9240613" y="-52779"/>
                  <a:pt x="9318276" y="14982"/>
                  <a:pt x="9494322" y="0"/>
                </a:cubicBezTo>
                <a:cubicBezTo>
                  <a:pt x="9670368" y="-14982"/>
                  <a:pt x="9896795" y="69119"/>
                  <a:pt x="10196050" y="0"/>
                </a:cubicBezTo>
                <a:cubicBezTo>
                  <a:pt x="10197877" y="267617"/>
                  <a:pt x="10180848" y="397380"/>
                  <a:pt x="10196050" y="563231"/>
                </a:cubicBezTo>
                <a:cubicBezTo>
                  <a:pt x="10211252" y="729082"/>
                  <a:pt x="10129284" y="933889"/>
                  <a:pt x="10196050" y="1182785"/>
                </a:cubicBezTo>
                <a:cubicBezTo>
                  <a:pt x="10262816" y="1431681"/>
                  <a:pt x="10134595" y="1470278"/>
                  <a:pt x="10196050" y="1746016"/>
                </a:cubicBezTo>
                <a:cubicBezTo>
                  <a:pt x="10257505" y="2021754"/>
                  <a:pt x="10141419" y="2189005"/>
                  <a:pt x="10196050" y="2421894"/>
                </a:cubicBezTo>
                <a:cubicBezTo>
                  <a:pt x="10250681" y="2654783"/>
                  <a:pt x="10179457" y="2666642"/>
                  <a:pt x="10196050" y="2816156"/>
                </a:cubicBezTo>
                <a:cubicBezTo>
                  <a:pt x="10212643" y="2965670"/>
                  <a:pt x="10169320" y="3210650"/>
                  <a:pt x="10196050" y="3379387"/>
                </a:cubicBezTo>
                <a:cubicBezTo>
                  <a:pt x="10222780" y="3548124"/>
                  <a:pt x="10156064" y="3603133"/>
                  <a:pt x="10196050" y="3773648"/>
                </a:cubicBezTo>
                <a:cubicBezTo>
                  <a:pt x="10236036" y="3944163"/>
                  <a:pt x="10191721" y="4227726"/>
                  <a:pt x="10196050" y="4393203"/>
                </a:cubicBezTo>
                <a:cubicBezTo>
                  <a:pt x="10200379" y="4558681"/>
                  <a:pt x="10170344" y="4766632"/>
                  <a:pt x="10196050" y="5012757"/>
                </a:cubicBezTo>
                <a:cubicBezTo>
                  <a:pt x="10221756" y="5258882"/>
                  <a:pt x="10182098" y="5371906"/>
                  <a:pt x="10196050" y="5632311"/>
                </a:cubicBezTo>
                <a:cubicBezTo>
                  <a:pt x="9978807" y="5652660"/>
                  <a:pt x="9681468" y="5604237"/>
                  <a:pt x="9494322" y="5632311"/>
                </a:cubicBezTo>
                <a:cubicBezTo>
                  <a:pt x="9307176" y="5660385"/>
                  <a:pt x="9230573" y="5621877"/>
                  <a:pt x="9098475" y="5632311"/>
                </a:cubicBezTo>
                <a:cubicBezTo>
                  <a:pt x="8966377" y="5642745"/>
                  <a:pt x="8764701" y="5621986"/>
                  <a:pt x="8600668" y="5632311"/>
                </a:cubicBezTo>
                <a:cubicBezTo>
                  <a:pt x="8436635" y="5642636"/>
                  <a:pt x="8379714" y="5630717"/>
                  <a:pt x="8306782" y="5632311"/>
                </a:cubicBezTo>
                <a:cubicBezTo>
                  <a:pt x="8233850" y="5633905"/>
                  <a:pt x="7871254" y="5595017"/>
                  <a:pt x="7605054" y="5632311"/>
                </a:cubicBezTo>
                <a:cubicBezTo>
                  <a:pt x="7338854" y="5669605"/>
                  <a:pt x="7216500" y="5626534"/>
                  <a:pt x="7005286" y="5632311"/>
                </a:cubicBezTo>
                <a:cubicBezTo>
                  <a:pt x="6794072" y="5638088"/>
                  <a:pt x="6649260" y="5564699"/>
                  <a:pt x="6405518" y="5632311"/>
                </a:cubicBezTo>
                <a:cubicBezTo>
                  <a:pt x="6161776" y="5699923"/>
                  <a:pt x="5808549" y="5632048"/>
                  <a:pt x="5601830" y="5632311"/>
                </a:cubicBezTo>
                <a:cubicBezTo>
                  <a:pt x="5395111" y="5632574"/>
                  <a:pt x="5331988" y="5626485"/>
                  <a:pt x="5104023" y="5632311"/>
                </a:cubicBezTo>
                <a:cubicBezTo>
                  <a:pt x="4876058" y="5638137"/>
                  <a:pt x="4929981" y="5628855"/>
                  <a:pt x="4810137" y="5632311"/>
                </a:cubicBezTo>
                <a:cubicBezTo>
                  <a:pt x="4690293" y="5635767"/>
                  <a:pt x="4551407" y="5581550"/>
                  <a:pt x="4312329" y="5632311"/>
                </a:cubicBezTo>
                <a:cubicBezTo>
                  <a:pt x="4073251" y="5683072"/>
                  <a:pt x="4102358" y="5617608"/>
                  <a:pt x="4018443" y="5632311"/>
                </a:cubicBezTo>
                <a:cubicBezTo>
                  <a:pt x="3934528" y="5647014"/>
                  <a:pt x="3851353" y="5628191"/>
                  <a:pt x="3724557" y="5632311"/>
                </a:cubicBezTo>
                <a:cubicBezTo>
                  <a:pt x="3597761" y="5636431"/>
                  <a:pt x="3205082" y="5568927"/>
                  <a:pt x="2920868" y="5632311"/>
                </a:cubicBezTo>
                <a:cubicBezTo>
                  <a:pt x="2636654" y="5695695"/>
                  <a:pt x="2573177" y="5575301"/>
                  <a:pt x="2321101" y="5632311"/>
                </a:cubicBezTo>
                <a:cubicBezTo>
                  <a:pt x="2069025" y="5689321"/>
                  <a:pt x="2107973" y="5620425"/>
                  <a:pt x="1925254" y="5632311"/>
                </a:cubicBezTo>
                <a:cubicBezTo>
                  <a:pt x="1742535" y="5644197"/>
                  <a:pt x="1606820" y="5608140"/>
                  <a:pt x="1427447" y="5632311"/>
                </a:cubicBezTo>
                <a:cubicBezTo>
                  <a:pt x="1248074" y="5656482"/>
                  <a:pt x="1001270" y="5627558"/>
                  <a:pt x="725719" y="5632311"/>
                </a:cubicBezTo>
                <a:cubicBezTo>
                  <a:pt x="450168" y="5637064"/>
                  <a:pt x="228545" y="5599752"/>
                  <a:pt x="0" y="5632311"/>
                </a:cubicBezTo>
                <a:cubicBezTo>
                  <a:pt x="-48914" y="5381143"/>
                  <a:pt x="35266" y="5252492"/>
                  <a:pt x="0" y="4956434"/>
                </a:cubicBezTo>
                <a:cubicBezTo>
                  <a:pt x="-35266" y="4660376"/>
                  <a:pt x="22439" y="4697566"/>
                  <a:pt x="0" y="4562172"/>
                </a:cubicBezTo>
                <a:cubicBezTo>
                  <a:pt x="-22439" y="4426778"/>
                  <a:pt x="27545" y="4334618"/>
                  <a:pt x="0" y="4111587"/>
                </a:cubicBezTo>
                <a:cubicBezTo>
                  <a:pt x="-27545" y="3888556"/>
                  <a:pt x="48648" y="3622338"/>
                  <a:pt x="0" y="3492033"/>
                </a:cubicBezTo>
                <a:cubicBezTo>
                  <a:pt x="-48648" y="3361728"/>
                  <a:pt x="833" y="3147942"/>
                  <a:pt x="0" y="2928802"/>
                </a:cubicBezTo>
                <a:cubicBezTo>
                  <a:pt x="-833" y="2709662"/>
                  <a:pt x="35343" y="2570009"/>
                  <a:pt x="0" y="2421894"/>
                </a:cubicBezTo>
                <a:cubicBezTo>
                  <a:pt x="-35343" y="2273779"/>
                  <a:pt x="30358" y="2024595"/>
                  <a:pt x="0" y="1914986"/>
                </a:cubicBezTo>
                <a:cubicBezTo>
                  <a:pt x="-30358" y="1805377"/>
                  <a:pt x="40045" y="1677940"/>
                  <a:pt x="0" y="1520724"/>
                </a:cubicBezTo>
                <a:cubicBezTo>
                  <a:pt x="-40045" y="1363508"/>
                  <a:pt x="17317" y="1101549"/>
                  <a:pt x="0" y="901170"/>
                </a:cubicBezTo>
                <a:cubicBezTo>
                  <a:pt x="-17317" y="700791"/>
                  <a:pt x="32718" y="622778"/>
                  <a:pt x="0" y="506908"/>
                </a:cubicBezTo>
                <a:cubicBezTo>
                  <a:pt x="-32718" y="391038"/>
                  <a:pt x="32191" y="112342"/>
                  <a:pt x="0" y="0"/>
                </a:cubicBezTo>
                <a:close/>
              </a:path>
            </a:pathLst>
          </a:custGeom>
          <a:noFill/>
          <a:ln w="19050">
            <a:solidFill>
              <a:schemeClr val="tx1"/>
            </a:solidFill>
            <a:miter lim="800000"/>
            <a:headEnd/>
            <a:tailEnd/>
            <a:extLst>
              <a:ext uri="{C807C97D-BFC1-408E-A445-0C87EB9F89A2}">
                <ask:lineSketchStyleProps xmlns:ask="http://schemas.microsoft.com/office/drawing/2018/sketchyshapes" sd="3750915720">
                  <a:prstGeom prst="rect">
                    <a:avLst/>
                  </a:prstGeom>
                  <ask:type>
                    <ask:lineSketchScribble/>
                  </ask:type>
                </ask:lineSketchStyleProps>
              </a:ext>
            </a:extLs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project, we developed a MATLAB-based GUI to simulate and reduce speckle noise from digital images.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 Image Button</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 any .jpg/.</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png</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tif</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/.bmp image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Noise Strength Slider</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Control how much speckle to apply</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Speckle Button</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Applies random noise using FFT method</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 Size Slider</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Choose median filter size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 Noise Button</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Denoise the image using simple division + filtering</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 Image Button</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Save final result to your computer</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Four Image Panels</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6" defTabSz="914400" eaLnBrk="0" fontAlgn="base" hangingPunct="0">
              <a:spcBef>
                <a:spcPct val="0"/>
              </a:spcBef>
              <a:spcAft>
                <a:spcPct val="0"/>
              </a:spcAft>
              <a:buFontTx/>
              <a:buAutoNum type="arabicPeriod"/>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Original image</a:t>
            </a:r>
          </a:p>
          <a:p>
            <a:pPr lvl="6" defTabSz="914400" eaLnBrk="0" fontAlgn="base" hangingPunct="0">
              <a:spcBef>
                <a:spcPct val="0"/>
              </a:spcBef>
              <a:spcAft>
                <a:spcPct val="0"/>
              </a:spcAft>
              <a:buFontTx/>
              <a:buAutoNum type="arabicPeriod" startAt="2"/>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Speckle pattern</a:t>
            </a:r>
            <a:endParaRPr lang="en-US" altLang="en-US" sz="2400" dirty="0">
              <a:latin typeface="Times New Roman" panose="02020603050405020304" pitchFamily="18" charset="0"/>
              <a:cs typeface="Times New Roman" panose="02020603050405020304" pitchFamily="18" charset="0"/>
            </a:endParaRPr>
          </a:p>
          <a:p>
            <a:pPr lvl="6" defTabSz="914400" eaLnBrk="0" fontAlgn="base" hangingPunct="0">
              <a:spcBef>
                <a:spcPct val="0"/>
              </a:spcBef>
              <a:spcAft>
                <a:spcPct val="0"/>
              </a:spcAft>
              <a:buFontTx/>
              <a:buAutoNum type="arabicPeriod" startAt="2"/>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Noisy image</a:t>
            </a:r>
          </a:p>
          <a:p>
            <a:pPr lvl="6" defTabSz="914400" eaLnBrk="0" fontAlgn="base" hangingPunct="0">
              <a:spcBef>
                <a:spcPct val="0"/>
              </a:spcBef>
              <a:spcAft>
                <a:spcPct val="0"/>
              </a:spcAft>
              <a:buFontTx/>
              <a:buAutoNum type="arabicPeriod" startAt="4"/>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Filtered image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9323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2DFC6B0-3337-AA53-05A8-318CE3056D4D}"/>
              </a:ext>
            </a:extLst>
          </p:cNvPr>
          <p:cNvSpPr>
            <a:spLocks noGrp="1"/>
          </p:cNvSpPr>
          <p:nvPr>
            <p:ph type="pic" idx="1"/>
          </p:nvPr>
        </p:nvSpPr>
        <p:spPr>
          <a:xfrm>
            <a:off x="3470787" y="0"/>
            <a:ext cx="8727310" cy="6858000"/>
          </a:xfrm>
          <a:solidFill>
            <a:schemeClr val="accent2">
              <a:lumMod val="40000"/>
              <a:lumOff val="60000"/>
            </a:schemeClr>
          </a:solidFill>
          <a:ln>
            <a:solidFill>
              <a:schemeClr val="accent2">
                <a:lumMod val="20000"/>
                <a:lumOff val="80000"/>
              </a:schemeClr>
            </a:solidFill>
          </a:ln>
        </p:spPr>
      </p:sp>
      <p:sp>
        <p:nvSpPr>
          <p:cNvPr id="3" name="Content Placeholder 2"/>
          <p:cNvSpPr>
            <a:spLocks noGrp="1"/>
          </p:cNvSpPr>
          <p:nvPr>
            <p:ph type="body" sz="half" idx="2"/>
          </p:nvPr>
        </p:nvSpPr>
        <p:spPr>
          <a:xfrm>
            <a:off x="176981" y="1307690"/>
            <a:ext cx="3146322" cy="4621162"/>
          </a:xfrm>
          <a:custGeom>
            <a:avLst/>
            <a:gdLst>
              <a:gd name="connsiteX0" fmla="*/ 0 w 3146322"/>
              <a:gd name="connsiteY0" fmla="*/ 0 h 4621162"/>
              <a:gd name="connsiteX1" fmla="*/ 555850 w 3146322"/>
              <a:gd name="connsiteY1" fmla="*/ 0 h 4621162"/>
              <a:gd name="connsiteX2" fmla="*/ 1143164 w 3146322"/>
              <a:gd name="connsiteY2" fmla="*/ 0 h 4621162"/>
              <a:gd name="connsiteX3" fmla="*/ 1636087 w 3146322"/>
              <a:gd name="connsiteY3" fmla="*/ 0 h 4621162"/>
              <a:gd name="connsiteX4" fmla="*/ 2191938 w 3146322"/>
              <a:gd name="connsiteY4" fmla="*/ 0 h 4621162"/>
              <a:gd name="connsiteX5" fmla="*/ 2621935 w 3146322"/>
              <a:gd name="connsiteY5" fmla="*/ 0 h 4621162"/>
              <a:gd name="connsiteX6" fmla="*/ 3146322 w 3146322"/>
              <a:gd name="connsiteY6" fmla="*/ 0 h 4621162"/>
              <a:gd name="connsiteX7" fmla="*/ 3146322 w 3146322"/>
              <a:gd name="connsiteY7" fmla="*/ 577645 h 4621162"/>
              <a:gd name="connsiteX8" fmla="*/ 3146322 w 3146322"/>
              <a:gd name="connsiteY8" fmla="*/ 1201502 h 4621162"/>
              <a:gd name="connsiteX9" fmla="*/ 3146322 w 3146322"/>
              <a:gd name="connsiteY9" fmla="*/ 1640513 h 4621162"/>
              <a:gd name="connsiteX10" fmla="*/ 3146322 w 3146322"/>
              <a:gd name="connsiteY10" fmla="*/ 2218158 h 4621162"/>
              <a:gd name="connsiteX11" fmla="*/ 3146322 w 3146322"/>
              <a:gd name="connsiteY11" fmla="*/ 2749591 h 4621162"/>
              <a:gd name="connsiteX12" fmla="*/ 3146322 w 3146322"/>
              <a:gd name="connsiteY12" fmla="*/ 3327237 h 4621162"/>
              <a:gd name="connsiteX13" fmla="*/ 3146322 w 3146322"/>
              <a:gd name="connsiteY13" fmla="*/ 3766247 h 4621162"/>
              <a:gd name="connsiteX14" fmla="*/ 3146322 w 3146322"/>
              <a:gd name="connsiteY14" fmla="*/ 4621162 h 4621162"/>
              <a:gd name="connsiteX15" fmla="*/ 2621935 w 3146322"/>
              <a:gd name="connsiteY15" fmla="*/ 4621162 h 4621162"/>
              <a:gd name="connsiteX16" fmla="*/ 2034622 w 3146322"/>
              <a:gd name="connsiteY16" fmla="*/ 4621162 h 4621162"/>
              <a:gd name="connsiteX17" fmla="*/ 1573161 w 3146322"/>
              <a:gd name="connsiteY17" fmla="*/ 4621162 h 4621162"/>
              <a:gd name="connsiteX18" fmla="*/ 1017311 w 3146322"/>
              <a:gd name="connsiteY18" fmla="*/ 4621162 h 4621162"/>
              <a:gd name="connsiteX19" fmla="*/ 461461 w 3146322"/>
              <a:gd name="connsiteY19" fmla="*/ 4621162 h 4621162"/>
              <a:gd name="connsiteX20" fmla="*/ 0 w 3146322"/>
              <a:gd name="connsiteY20" fmla="*/ 4621162 h 4621162"/>
              <a:gd name="connsiteX21" fmla="*/ 0 w 3146322"/>
              <a:gd name="connsiteY21" fmla="*/ 4135940 h 4621162"/>
              <a:gd name="connsiteX22" fmla="*/ 0 w 3146322"/>
              <a:gd name="connsiteY22" fmla="*/ 3465872 h 4621162"/>
              <a:gd name="connsiteX23" fmla="*/ 0 w 3146322"/>
              <a:gd name="connsiteY23" fmla="*/ 2888226 h 4621162"/>
              <a:gd name="connsiteX24" fmla="*/ 0 w 3146322"/>
              <a:gd name="connsiteY24" fmla="*/ 2449216 h 4621162"/>
              <a:gd name="connsiteX25" fmla="*/ 0 w 3146322"/>
              <a:gd name="connsiteY25" fmla="*/ 1825359 h 4621162"/>
              <a:gd name="connsiteX26" fmla="*/ 0 w 3146322"/>
              <a:gd name="connsiteY26" fmla="*/ 1340137 h 4621162"/>
              <a:gd name="connsiteX27" fmla="*/ 0 w 3146322"/>
              <a:gd name="connsiteY27" fmla="*/ 901127 h 4621162"/>
              <a:gd name="connsiteX28" fmla="*/ 0 w 3146322"/>
              <a:gd name="connsiteY28" fmla="*/ 0 h 4621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46322" h="4621162" fill="none" extrusionOk="0">
                <a:moveTo>
                  <a:pt x="0" y="0"/>
                </a:moveTo>
                <a:cubicBezTo>
                  <a:pt x="168935" y="-25824"/>
                  <a:pt x="426328" y="61887"/>
                  <a:pt x="555850" y="0"/>
                </a:cubicBezTo>
                <a:cubicBezTo>
                  <a:pt x="685372" y="-61887"/>
                  <a:pt x="969523" y="65580"/>
                  <a:pt x="1143164" y="0"/>
                </a:cubicBezTo>
                <a:cubicBezTo>
                  <a:pt x="1316805" y="-65580"/>
                  <a:pt x="1481195" y="19348"/>
                  <a:pt x="1636087" y="0"/>
                </a:cubicBezTo>
                <a:cubicBezTo>
                  <a:pt x="1790979" y="-19348"/>
                  <a:pt x="2013008" y="22893"/>
                  <a:pt x="2191938" y="0"/>
                </a:cubicBezTo>
                <a:cubicBezTo>
                  <a:pt x="2370868" y="-22893"/>
                  <a:pt x="2476975" y="12292"/>
                  <a:pt x="2621935" y="0"/>
                </a:cubicBezTo>
                <a:cubicBezTo>
                  <a:pt x="2766895" y="-12292"/>
                  <a:pt x="3039130" y="55285"/>
                  <a:pt x="3146322" y="0"/>
                </a:cubicBezTo>
                <a:cubicBezTo>
                  <a:pt x="3148617" y="157574"/>
                  <a:pt x="3091538" y="298110"/>
                  <a:pt x="3146322" y="577645"/>
                </a:cubicBezTo>
                <a:cubicBezTo>
                  <a:pt x="3201106" y="857180"/>
                  <a:pt x="3100086" y="1042176"/>
                  <a:pt x="3146322" y="1201502"/>
                </a:cubicBezTo>
                <a:cubicBezTo>
                  <a:pt x="3192558" y="1360828"/>
                  <a:pt x="3136400" y="1505283"/>
                  <a:pt x="3146322" y="1640513"/>
                </a:cubicBezTo>
                <a:cubicBezTo>
                  <a:pt x="3156244" y="1775743"/>
                  <a:pt x="3085002" y="2031954"/>
                  <a:pt x="3146322" y="2218158"/>
                </a:cubicBezTo>
                <a:cubicBezTo>
                  <a:pt x="3207642" y="2404362"/>
                  <a:pt x="3133810" y="2537927"/>
                  <a:pt x="3146322" y="2749591"/>
                </a:cubicBezTo>
                <a:cubicBezTo>
                  <a:pt x="3158834" y="2961255"/>
                  <a:pt x="3140529" y="3101784"/>
                  <a:pt x="3146322" y="3327237"/>
                </a:cubicBezTo>
                <a:cubicBezTo>
                  <a:pt x="3152115" y="3552690"/>
                  <a:pt x="3144239" y="3630832"/>
                  <a:pt x="3146322" y="3766247"/>
                </a:cubicBezTo>
                <a:cubicBezTo>
                  <a:pt x="3148405" y="3901662"/>
                  <a:pt x="3110952" y="4252291"/>
                  <a:pt x="3146322" y="4621162"/>
                </a:cubicBezTo>
                <a:cubicBezTo>
                  <a:pt x="2929428" y="4657660"/>
                  <a:pt x="2840481" y="4596633"/>
                  <a:pt x="2621935" y="4621162"/>
                </a:cubicBezTo>
                <a:cubicBezTo>
                  <a:pt x="2403389" y="4645691"/>
                  <a:pt x="2326009" y="4617289"/>
                  <a:pt x="2034622" y="4621162"/>
                </a:cubicBezTo>
                <a:cubicBezTo>
                  <a:pt x="1743235" y="4625035"/>
                  <a:pt x="1775754" y="4574067"/>
                  <a:pt x="1573161" y="4621162"/>
                </a:cubicBezTo>
                <a:cubicBezTo>
                  <a:pt x="1370568" y="4668257"/>
                  <a:pt x="1135936" y="4567125"/>
                  <a:pt x="1017311" y="4621162"/>
                </a:cubicBezTo>
                <a:cubicBezTo>
                  <a:pt x="898686" y="4675199"/>
                  <a:pt x="598694" y="4574351"/>
                  <a:pt x="461461" y="4621162"/>
                </a:cubicBezTo>
                <a:cubicBezTo>
                  <a:pt x="324228" y="4667973"/>
                  <a:pt x="134477" y="4571609"/>
                  <a:pt x="0" y="4621162"/>
                </a:cubicBezTo>
                <a:cubicBezTo>
                  <a:pt x="-56370" y="4465318"/>
                  <a:pt x="19611" y="4264472"/>
                  <a:pt x="0" y="4135940"/>
                </a:cubicBezTo>
                <a:cubicBezTo>
                  <a:pt x="-19611" y="4007408"/>
                  <a:pt x="8481" y="3743114"/>
                  <a:pt x="0" y="3465872"/>
                </a:cubicBezTo>
                <a:cubicBezTo>
                  <a:pt x="-8481" y="3188630"/>
                  <a:pt x="13967" y="3028313"/>
                  <a:pt x="0" y="2888226"/>
                </a:cubicBezTo>
                <a:cubicBezTo>
                  <a:pt x="-13967" y="2748139"/>
                  <a:pt x="28745" y="2636586"/>
                  <a:pt x="0" y="2449216"/>
                </a:cubicBezTo>
                <a:cubicBezTo>
                  <a:pt x="-28745" y="2261846"/>
                  <a:pt x="36899" y="1961683"/>
                  <a:pt x="0" y="1825359"/>
                </a:cubicBezTo>
                <a:cubicBezTo>
                  <a:pt x="-36899" y="1689035"/>
                  <a:pt x="46327" y="1494255"/>
                  <a:pt x="0" y="1340137"/>
                </a:cubicBezTo>
                <a:cubicBezTo>
                  <a:pt x="-46327" y="1186019"/>
                  <a:pt x="8135" y="1049556"/>
                  <a:pt x="0" y="901127"/>
                </a:cubicBezTo>
                <a:cubicBezTo>
                  <a:pt x="-8135" y="752698"/>
                  <a:pt x="8641" y="442208"/>
                  <a:pt x="0" y="0"/>
                </a:cubicBezTo>
                <a:close/>
              </a:path>
              <a:path w="3146322" h="4621162" stroke="0" extrusionOk="0">
                <a:moveTo>
                  <a:pt x="0" y="0"/>
                </a:moveTo>
                <a:cubicBezTo>
                  <a:pt x="257553" y="-48561"/>
                  <a:pt x="419951" y="58879"/>
                  <a:pt x="555850" y="0"/>
                </a:cubicBezTo>
                <a:cubicBezTo>
                  <a:pt x="691749" y="-58879"/>
                  <a:pt x="856385" y="14128"/>
                  <a:pt x="1080237" y="0"/>
                </a:cubicBezTo>
                <a:cubicBezTo>
                  <a:pt x="1304089" y="-14128"/>
                  <a:pt x="1505426" y="60998"/>
                  <a:pt x="1636087" y="0"/>
                </a:cubicBezTo>
                <a:cubicBezTo>
                  <a:pt x="1766748" y="-60998"/>
                  <a:pt x="1990528" y="30500"/>
                  <a:pt x="2160474" y="0"/>
                </a:cubicBezTo>
                <a:cubicBezTo>
                  <a:pt x="2330420" y="-30500"/>
                  <a:pt x="2573032" y="18370"/>
                  <a:pt x="2684861" y="0"/>
                </a:cubicBezTo>
                <a:cubicBezTo>
                  <a:pt x="2796690" y="-18370"/>
                  <a:pt x="2990289" y="14763"/>
                  <a:pt x="3146322" y="0"/>
                </a:cubicBezTo>
                <a:cubicBezTo>
                  <a:pt x="3192848" y="177044"/>
                  <a:pt x="3124183" y="405394"/>
                  <a:pt x="3146322" y="531434"/>
                </a:cubicBezTo>
                <a:cubicBezTo>
                  <a:pt x="3168461" y="657474"/>
                  <a:pt x="3122419" y="968421"/>
                  <a:pt x="3146322" y="1109079"/>
                </a:cubicBezTo>
                <a:cubicBezTo>
                  <a:pt x="3170225" y="1249738"/>
                  <a:pt x="3082465" y="1577219"/>
                  <a:pt x="3146322" y="1732936"/>
                </a:cubicBezTo>
                <a:cubicBezTo>
                  <a:pt x="3210179" y="1888653"/>
                  <a:pt x="3129851" y="2101409"/>
                  <a:pt x="3146322" y="2264369"/>
                </a:cubicBezTo>
                <a:cubicBezTo>
                  <a:pt x="3162793" y="2427329"/>
                  <a:pt x="3120384" y="2721075"/>
                  <a:pt x="3146322" y="2842015"/>
                </a:cubicBezTo>
                <a:cubicBezTo>
                  <a:pt x="3172260" y="2962955"/>
                  <a:pt x="3100654" y="3234709"/>
                  <a:pt x="3146322" y="3373448"/>
                </a:cubicBezTo>
                <a:cubicBezTo>
                  <a:pt x="3191990" y="3512187"/>
                  <a:pt x="3141540" y="3692936"/>
                  <a:pt x="3146322" y="3951094"/>
                </a:cubicBezTo>
                <a:cubicBezTo>
                  <a:pt x="3151104" y="4209252"/>
                  <a:pt x="3119234" y="4428382"/>
                  <a:pt x="3146322" y="4621162"/>
                </a:cubicBezTo>
                <a:cubicBezTo>
                  <a:pt x="2965628" y="4643721"/>
                  <a:pt x="2832297" y="4617164"/>
                  <a:pt x="2684861" y="4621162"/>
                </a:cubicBezTo>
                <a:cubicBezTo>
                  <a:pt x="2537425" y="4625160"/>
                  <a:pt x="2310114" y="4607433"/>
                  <a:pt x="2191938" y="4621162"/>
                </a:cubicBezTo>
                <a:cubicBezTo>
                  <a:pt x="2073762" y="4634891"/>
                  <a:pt x="1901185" y="4601050"/>
                  <a:pt x="1761940" y="4621162"/>
                </a:cubicBezTo>
                <a:cubicBezTo>
                  <a:pt x="1622695" y="4641274"/>
                  <a:pt x="1543121" y="4605703"/>
                  <a:pt x="1331943" y="4621162"/>
                </a:cubicBezTo>
                <a:cubicBezTo>
                  <a:pt x="1120765" y="4636621"/>
                  <a:pt x="893258" y="4576838"/>
                  <a:pt x="776093" y="4621162"/>
                </a:cubicBezTo>
                <a:cubicBezTo>
                  <a:pt x="658928" y="4665486"/>
                  <a:pt x="276618" y="4610657"/>
                  <a:pt x="0" y="4621162"/>
                </a:cubicBezTo>
                <a:cubicBezTo>
                  <a:pt x="-9913" y="4427854"/>
                  <a:pt x="24642" y="4277369"/>
                  <a:pt x="0" y="3997305"/>
                </a:cubicBezTo>
                <a:cubicBezTo>
                  <a:pt x="-24642" y="3717241"/>
                  <a:pt x="43886" y="3552898"/>
                  <a:pt x="0" y="3327237"/>
                </a:cubicBezTo>
                <a:cubicBezTo>
                  <a:pt x="-43886" y="3101576"/>
                  <a:pt x="50022" y="2940117"/>
                  <a:pt x="0" y="2657168"/>
                </a:cubicBezTo>
                <a:cubicBezTo>
                  <a:pt x="-50022" y="2374219"/>
                  <a:pt x="9317" y="2307156"/>
                  <a:pt x="0" y="2171946"/>
                </a:cubicBezTo>
                <a:cubicBezTo>
                  <a:pt x="-9317" y="2036736"/>
                  <a:pt x="25107" y="1840063"/>
                  <a:pt x="0" y="1548089"/>
                </a:cubicBezTo>
                <a:cubicBezTo>
                  <a:pt x="-25107" y="1256115"/>
                  <a:pt x="52196" y="1291497"/>
                  <a:pt x="0" y="1109079"/>
                </a:cubicBezTo>
                <a:cubicBezTo>
                  <a:pt x="-52196" y="926661"/>
                  <a:pt x="132753" y="401445"/>
                  <a:pt x="0" y="0"/>
                </a:cubicBezTo>
                <a:close/>
              </a:path>
            </a:pathLst>
          </a:custGeom>
          <a:ln w="38100">
            <a:solidFill>
              <a:schemeClr val="tx1"/>
            </a:solidFill>
            <a:extLst>
              <a:ext uri="{C807C97D-BFC1-408E-A445-0C87EB9F89A2}">
                <ask:lineSketchStyleProps xmlns:ask="http://schemas.microsoft.com/office/drawing/2018/sketchyshapes" sd="1076693586">
                  <ask:type>
                    <ask:lineSketchScribble/>
                  </ask:type>
                </ask:lineSketchStyleProps>
              </a:ext>
            </a:extLst>
          </a:ln>
        </p:spPr>
        <p:txBody>
          <a:bodyPr>
            <a:normAutofit/>
          </a:bodyPr>
          <a:lstStyle/>
          <a:p>
            <a:pPr marL="342900" indent="-342900" algn="just">
              <a:buClr>
                <a:schemeClr val="tx1"/>
              </a:buClr>
              <a:buFont typeface="Arial" panose="020B0604020202020204" pitchFamily="34" charset="0"/>
              <a:buChar char="•"/>
            </a:pP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sz="1600" b="1" dirty="0">
                <a:solidFill>
                  <a:schemeClr val="bg1"/>
                </a:solidFill>
                <a:latin typeface="Times New Roman" panose="02020603050405020304" pitchFamily="18" charset="0"/>
                <a:cs typeface="Times New Roman" panose="02020603050405020304" pitchFamily="18" charset="0"/>
              </a:rPr>
              <a:t>Upload Image button</a:t>
            </a:r>
          </a:p>
          <a:p>
            <a:pPr marL="342900" indent="-342900" algn="just">
              <a:buClr>
                <a:schemeClr val="tx1"/>
              </a:buClr>
              <a:buFont typeface="Arial" panose="020B0604020202020204" pitchFamily="34" charset="0"/>
              <a:buChar char="•"/>
            </a:pPr>
            <a:r>
              <a:rPr sz="1600" b="1" dirty="0">
                <a:solidFill>
                  <a:schemeClr val="bg1"/>
                </a:solidFill>
                <a:latin typeface="Times New Roman" panose="02020603050405020304" pitchFamily="18" charset="0"/>
                <a:cs typeface="Times New Roman" panose="02020603050405020304" pitchFamily="18" charset="0"/>
              </a:rPr>
              <a:t>Noise Strength Slider (0 to 1)</a:t>
            </a:r>
          </a:p>
          <a:p>
            <a:pPr marL="342900" indent="-342900" algn="just">
              <a:buClr>
                <a:schemeClr val="tx1"/>
              </a:buClr>
              <a:buFont typeface="Arial" panose="020B0604020202020204" pitchFamily="34" charset="0"/>
              <a:buChar char="•"/>
            </a:pPr>
            <a:r>
              <a:rPr sz="1600" b="1" dirty="0">
                <a:solidFill>
                  <a:schemeClr val="bg1"/>
                </a:solidFill>
                <a:latin typeface="Times New Roman" panose="02020603050405020304" pitchFamily="18" charset="0"/>
                <a:cs typeface="Times New Roman" panose="02020603050405020304" pitchFamily="18" charset="0"/>
              </a:rPr>
              <a:t>Add Speckle Noise button</a:t>
            </a:r>
          </a:p>
          <a:p>
            <a:pPr marL="342900" indent="-342900" algn="just">
              <a:buClr>
                <a:schemeClr val="tx1"/>
              </a:buClr>
              <a:buFont typeface="Arial" panose="020B0604020202020204" pitchFamily="34" charset="0"/>
              <a:buChar char="•"/>
            </a:pPr>
            <a:r>
              <a:rPr sz="1600" b="1" dirty="0">
                <a:solidFill>
                  <a:schemeClr val="bg1"/>
                </a:solidFill>
                <a:latin typeface="Times New Roman" panose="02020603050405020304" pitchFamily="18" charset="0"/>
                <a:cs typeface="Times New Roman" panose="02020603050405020304" pitchFamily="18" charset="0"/>
              </a:rPr>
              <a:t>Filter Size Slider</a:t>
            </a:r>
          </a:p>
          <a:p>
            <a:pPr marL="342900" indent="-342900" algn="just">
              <a:buClr>
                <a:schemeClr val="tx1"/>
              </a:buClr>
              <a:buFont typeface="Arial" panose="020B0604020202020204" pitchFamily="34" charset="0"/>
              <a:buChar char="•"/>
            </a:pPr>
            <a:r>
              <a:rPr sz="1600" b="1" dirty="0">
                <a:solidFill>
                  <a:schemeClr val="bg1"/>
                </a:solidFill>
                <a:latin typeface="Times New Roman" panose="02020603050405020304" pitchFamily="18" charset="0"/>
                <a:cs typeface="Times New Roman" panose="02020603050405020304" pitchFamily="18" charset="0"/>
              </a:rPr>
              <a:t>Remove Noise button</a:t>
            </a:r>
          </a:p>
          <a:p>
            <a:pPr marL="342900" indent="-342900" algn="just">
              <a:buClr>
                <a:schemeClr val="tx1"/>
              </a:buClr>
              <a:buFont typeface="Arial" panose="020B0604020202020204" pitchFamily="34" charset="0"/>
              <a:buChar char="•"/>
            </a:pPr>
            <a:r>
              <a:rPr sz="1600" b="1" dirty="0">
                <a:solidFill>
                  <a:schemeClr val="bg1"/>
                </a:solidFill>
                <a:latin typeface="Times New Roman" panose="02020603050405020304" pitchFamily="18" charset="0"/>
                <a:cs typeface="Times New Roman" panose="02020603050405020304" pitchFamily="18" charset="0"/>
              </a:rPr>
              <a:t>Save Filtered Image button</a:t>
            </a:r>
          </a:p>
          <a:p>
            <a:pPr marL="342900" indent="-342900" algn="just">
              <a:buClr>
                <a:schemeClr val="tx1"/>
              </a:buClr>
              <a:buFont typeface="Arial" panose="020B0604020202020204" pitchFamily="34" charset="0"/>
              <a:buChar char="•"/>
            </a:pPr>
            <a:r>
              <a:rPr sz="1600" b="1" dirty="0">
                <a:solidFill>
                  <a:schemeClr val="bg1"/>
                </a:solidFill>
                <a:latin typeface="Times New Roman" panose="02020603050405020304" pitchFamily="18" charset="0"/>
                <a:cs typeface="Times New Roman" panose="02020603050405020304" pitchFamily="18" charset="0"/>
              </a:rPr>
              <a:t>4 Display Panels: </a:t>
            </a:r>
            <a:endParaRPr lang="en-US" sz="1600" b="1" dirty="0">
              <a:solidFill>
                <a:schemeClr val="bg1"/>
              </a:solidFill>
              <a:latin typeface="Times New Roman" panose="02020603050405020304" pitchFamily="18" charset="0"/>
              <a:cs typeface="Times New Roman" panose="02020603050405020304" pitchFamily="18" charset="0"/>
            </a:endParaRPr>
          </a:p>
          <a:p>
            <a:pPr marL="800100" lvl="1" indent="-342900" algn="just">
              <a:buClr>
                <a:schemeClr val="tx1"/>
              </a:buClr>
              <a:buFont typeface="+mj-lt"/>
              <a:buAutoNum type="arabicPeriod"/>
            </a:pPr>
            <a:r>
              <a:rPr sz="1500" b="1" dirty="0">
                <a:solidFill>
                  <a:schemeClr val="bg1"/>
                </a:solidFill>
                <a:latin typeface="Times New Roman" panose="02020603050405020304" pitchFamily="18" charset="0"/>
                <a:cs typeface="Times New Roman" panose="02020603050405020304" pitchFamily="18" charset="0"/>
              </a:rPr>
              <a:t>Original</a:t>
            </a:r>
            <a:r>
              <a:rPr lang="en-US" sz="1500" b="1" dirty="0">
                <a:solidFill>
                  <a:schemeClr val="bg1"/>
                </a:solidFill>
                <a:latin typeface="Times New Roman" panose="02020603050405020304" pitchFamily="18" charset="0"/>
                <a:cs typeface="Times New Roman" panose="02020603050405020304" pitchFamily="18" charset="0"/>
              </a:rPr>
              <a:t> Image </a:t>
            </a:r>
          </a:p>
          <a:p>
            <a:pPr marL="800100" lvl="1" indent="-342900" algn="just">
              <a:buClr>
                <a:schemeClr val="tx1"/>
              </a:buClr>
              <a:buFont typeface="+mj-lt"/>
              <a:buAutoNum type="arabicPeriod"/>
            </a:pPr>
            <a:r>
              <a:rPr sz="1500" b="1" dirty="0">
                <a:solidFill>
                  <a:schemeClr val="bg1"/>
                </a:solidFill>
                <a:latin typeface="Times New Roman" panose="02020603050405020304" pitchFamily="18" charset="0"/>
                <a:cs typeface="Times New Roman" panose="02020603050405020304" pitchFamily="18" charset="0"/>
              </a:rPr>
              <a:t>Speckle Pattern</a:t>
            </a:r>
            <a:endParaRPr lang="en-US" sz="1500" b="1" dirty="0">
              <a:solidFill>
                <a:schemeClr val="bg1"/>
              </a:solidFill>
              <a:latin typeface="Times New Roman" panose="02020603050405020304" pitchFamily="18" charset="0"/>
              <a:cs typeface="Times New Roman" panose="02020603050405020304" pitchFamily="18" charset="0"/>
            </a:endParaRPr>
          </a:p>
          <a:p>
            <a:pPr marL="800100" lvl="1" indent="-342900" algn="just">
              <a:buClr>
                <a:schemeClr val="tx1"/>
              </a:buClr>
              <a:buFont typeface="+mj-lt"/>
              <a:buAutoNum type="arabicPeriod"/>
            </a:pPr>
            <a:r>
              <a:rPr sz="1500" b="1" dirty="0">
                <a:solidFill>
                  <a:schemeClr val="bg1"/>
                </a:solidFill>
                <a:latin typeface="Times New Roman" panose="02020603050405020304" pitchFamily="18" charset="0"/>
                <a:cs typeface="Times New Roman" panose="02020603050405020304" pitchFamily="18" charset="0"/>
              </a:rPr>
              <a:t>Noisy</a:t>
            </a:r>
            <a:r>
              <a:rPr lang="en-US" sz="1500" b="1" dirty="0">
                <a:solidFill>
                  <a:schemeClr val="bg1"/>
                </a:solidFill>
                <a:latin typeface="Times New Roman" panose="02020603050405020304" pitchFamily="18" charset="0"/>
                <a:cs typeface="Times New Roman" panose="02020603050405020304" pitchFamily="18" charset="0"/>
              </a:rPr>
              <a:t> Image</a:t>
            </a:r>
          </a:p>
          <a:p>
            <a:pPr marL="800100" lvl="1" indent="-342900" algn="just">
              <a:buClr>
                <a:schemeClr val="tx1"/>
              </a:buClr>
              <a:buFont typeface="+mj-lt"/>
              <a:buAutoNum type="arabicPeriod"/>
            </a:pPr>
            <a:r>
              <a:rPr sz="1500" b="1" dirty="0">
                <a:solidFill>
                  <a:schemeClr val="bg1"/>
                </a:solidFill>
                <a:latin typeface="Times New Roman" panose="02020603050405020304" pitchFamily="18" charset="0"/>
                <a:cs typeface="Times New Roman" panose="02020603050405020304" pitchFamily="18" charset="0"/>
              </a:rPr>
              <a:t>Filtered</a:t>
            </a:r>
            <a:r>
              <a:rPr lang="en-US" sz="1500" b="1" dirty="0">
                <a:solidFill>
                  <a:schemeClr val="bg1"/>
                </a:solidFill>
                <a:latin typeface="Times New Roman" panose="02020603050405020304" pitchFamily="18" charset="0"/>
                <a:cs typeface="Times New Roman" panose="02020603050405020304" pitchFamily="18" charset="0"/>
              </a:rPr>
              <a:t> Image</a:t>
            </a:r>
            <a:endParaRPr sz="15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50D062D-1B70-58FF-BB2D-D8AD8DBBE90E}"/>
              </a:ext>
            </a:extLst>
          </p:cNvPr>
          <p:cNvPicPr>
            <a:picLocks noChangeAspect="1"/>
          </p:cNvPicPr>
          <p:nvPr/>
        </p:nvPicPr>
        <p:blipFill>
          <a:blip r:embed="rId2">
            <a:extLst>
              <a:ext uri="{28A0092B-C50C-407E-A947-70E740481C1C}">
                <a14:useLocalDpi xmlns:a14="http://schemas.microsoft.com/office/drawing/2010/main" val="0"/>
              </a:ext>
            </a:extLst>
          </a:blip>
          <a:srcRect t="3577" r="25481"/>
          <a:stretch/>
        </p:blipFill>
        <p:spPr>
          <a:xfrm>
            <a:off x="3788468" y="932550"/>
            <a:ext cx="8072284" cy="5653548"/>
          </a:xfrm>
          <a:prstGeom prst="rect">
            <a:avLst/>
          </a:prstGeom>
          <a:ln>
            <a:noFill/>
          </a:ln>
          <a:effectLst>
            <a:outerShdw blurRad="292100" dist="139700" dir="2700000" algn="tl" rotWithShape="0">
              <a:srgbClr val="333333">
                <a:alpha val="65000"/>
              </a:srgbClr>
            </a:outerShdw>
          </a:effectLst>
        </p:spPr>
      </p:pic>
      <p:sp>
        <p:nvSpPr>
          <p:cNvPr id="9" name="Title 1">
            <a:extLst>
              <a:ext uri="{FF2B5EF4-FFF2-40B4-BE49-F238E27FC236}">
                <a16:creationId xmlns:a16="http://schemas.microsoft.com/office/drawing/2014/main" id="{8FA1F8E8-90F2-E1F7-A882-17F09C1705EB}"/>
              </a:ext>
            </a:extLst>
          </p:cNvPr>
          <p:cNvSpPr>
            <a:spLocks noGrp="1"/>
          </p:cNvSpPr>
          <p:nvPr>
            <p:ph type="title"/>
          </p:nvPr>
        </p:nvSpPr>
        <p:spPr>
          <a:xfrm>
            <a:off x="4823491" y="211394"/>
            <a:ext cx="5038263" cy="509762"/>
          </a:xfrm>
          <a:custGeom>
            <a:avLst/>
            <a:gdLst>
              <a:gd name="connsiteX0" fmla="*/ 0 w 5038263"/>
              <a:gd name="connsiteY0" fmla="*/ 0 h 509762"/>
              <a:gd name="connsiteX1" fmla="*/ 629783 w 5038263"/>
              <a:gd name="connsiteY1" fmla="*/ 0 h 509762"/>
              <a:gd name="connsiteX2" fmla="*/ 1259566 w 5038263"/>
              <a:gd name="connsiteY2" fmla="*/ 0 h 509762"/>
              <a:gd name="connsiteX3" fmla="*/ 1990114 w 5038263"/>
              <a:gd name="connsiteY3" fmla="*/ 0 h 509762"/>
              <a:gd name="connsiteX4" fmla="*/ 2519132 w 5038263"/>
              <a:gd name="connsiteY4" fmla="*/ 0 h 509762"/>
              <a:gd name="connsiteX5" fmla="*/ 3249680 w 5038263"/>
              <a:gd name="connsiteY5" fmla="*/ 0 h 509762"/>
              <a:gd name="connsiteX6" fmla="*/ 3728315 w 5038263"/>
              <a:gd name="connsiteY6" fmla="*/ 0 h 509762"/>
              <a:gd name="connsiteX7" fmla="*/ 4408480 w 5038263"/>
              <a:gd name="connsiteY7" fmla="*/ 0 h 509762"/>
              <a:gd name="connsiteX8" fmla="*/ 5038263 w 5038263"/>
              <a:gd name="connsiteY8" fmla="*/ 0 h 509762"/>
              <a:gd name="connsiteX9" fmla="*/ 5038263 w 5038263"/>
              <a:gd name="connsiteY9" fmla="*/ 509762 h 509762"/>
              <a:gd name="connsiteX10" fmla="*/ 4509245 w 5038263"/>
              <a:gd name="connsiteY10" fmla="*/ 509762 h 509762"/>
              <a:gd name="connsiteX11" fmla="*/ 3829080 w 5038263"/>
              <a:gd name="connsiteY11" fmla="*/ 509762 h 509762"/>
              <a:gd name="connsiteX12" fmla="*/ 3300062 w 5038263"/>
              <a:gd name="connsiteY12" fmla="*/ 509762 h 509762"/>
              <a:gd name="connsiteX13" fmla="*/ 2771045 w 5038263"/>
              <a:gd name="connsiteY13" fmla="*/ 509762 h 509762"/>
              <a:gd name="connsiteX14" fmla="*/ 2141262 w 5038263"/>
              <a:gd name="connsiteY14" fmla="*/ 509762 h 509762"/>
              <a:gd name="connsiteX15" fmla="*/ 1612244 w 5038263"/>
              <a:gd name="connsiteY15" fmla="*/ 509762 h 509762"/>
              <a:gd name="connsiteX16" fmla="*/ 1032844 w 5038263"/>
              <a:gd name="connsiteY16" fmla="*/ 509762 h 509762"/>
              <a:gd name="connsiteX17" fmla="*/ 0 w 5038263"/>
              <a:gd name="connsiteY17" fmla="*/ 509762 h 509762"/>
              <a:gd name="connsiteX18" fmla="*/ 0 w 5038263"/>
              <a:gd name="connsiteY18" fmla="*/ 0 h 50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38263" h="509762" fill="none" extrusionOk="0">
                <a:moveTo>
                  <a:pt x="0" y="0"/>
                </a:moveTo>
                <a:cubicBezTo>
                  <a:pt x="308497" y="-907"/>
                  <a:pt x="460766" y="23239"/>
                  <a:pt x="629783" y="0"/>
                </a:cubicBezTo>
                <a:cubicBezTo>
                  <a:pt x="798800" y="-23239"/>
                  <a:pt x="1083290" y="-3230"/>
                  <a:pt x="1259566" y="0"/>
                </a:cubicBezTo>
                <a:cubicBezTo>
                  <a:pt x="1435842" y="3230"/>
                  <a:pt x="1629876" y="29363"/>
                  <a:pt x="1990114" y="0"/>
                </a:cubicBezTo>
                <a:cubicBezTo>
                  <a:pt x="2350352" y="-29363"/>
                  <a:pt x="2375285" y="11735"/>
                  <a:pt x="2519132" y="0"/>
                </a:cubicBezTo>
                <a:cubicBezTo>
                  <a:pt x="2662979" y="-11735"/>
                  <a:pt x="2955968" y="-30080"/>
                  <a:pt x="3249680" y="0"/>
                </a:cubicBezTo>
                <a:cubicBezTo>
                  <a:pt x="3543392" y="30080"/>
                  <a:pt x="3518385" y="-3364"/>
                  <a:pt x="3728315" y="0"/>
                </a:cubicBezTo>
                <a:cubicBezTo>
                  <a:pt x="3938246" y="3364"/>
                  <a:pt x="4107392" y="13027"/>
                  <a:pt x="4408480" y="0"/>
                </a:cubicBezTo>
                <a:cubicBezTo>
                  <a:pt x="4709568" y="-13027"/>
                  <a:pt x="4757129" y="-4280"/>
                  <a:pt x="5038263" y="0"/>
                </a:cubicBezTo>
                <a:cubicBezTo>
                  <a:pt x="5047862" y="122869"/>
                  <a:pt x="5013022" y="336564"/>
                  <a:pt x="5038263" y="509762"/>
                </a:cubicBezTo>
                <a:cubicBezTo>
                  <a:pt x="4834320" y="487933"/>
                  <a:pt x="4716793" y="495755"/>
                  <a:pt x="4509245" y="509762"/>
                </a:cubicBezTo>
                <a:cubicBezTo>
                  <a:pt x="4301697" y="523769"/>
                  <a:pt x="4106342" y="541981"/>
                  <a:pt x="3829080" y="509762"/>
                </a:cubicBezTo>
                <a:cubicBezTo>
                  <a:pt x="3551819" y="477543"/>
                  <a:pt x="3538716" y="526057"/>
                  <a:pt x="3300062" y="509762"/>
                </a:cubicBezTo>
                <a:cubicBezTo>
                  <a:pt x="3061408" y="493467"/>
                  <a:pt x="2967172" y="536092"/>
                  <a:pt x="2771045" y="509762"/>
                </a:cubicBezTo>
                <a:cubicBezTo>
                  <a:pt x="2574918" y="483432"/>
                  <a:pt x="2390311" y="537948"/>
                  <a:pt x="2141262" y="509762"/>
                </a:cubicBezTo>
                <a:cubicBezTo>
                  <a:pt x="1892213" y="481576"/>
                  <a:pt x="1750684" y="516053"/>
                  <a:pt x="1612244" y="509762"/>
                </a:cubicBezTo>
                <a:cubicBezTo>
                  <a:pt x="1473804" y="503471"/>
                  <a:pt x="1251078" y="524272"/>
                  <a:pt x="1032844" y="509762"/>
                </a:cubicBezTo>
                <a:cubicBezTo>
                  <a:pt x="814610" y="495252"/>
                  <a:pt x="346453" y="491540"/>
                  <a:pt x="0" y="509762"/>
                </a:cubicBezTo>
                <a:cubicBezTo>
                  <a:pt x="21730" y="270178"/>
                  <a:pt x="19442" y="181298"/>
                  <a:pt x="0" y="0"/>
                </a:cubicBezTo>
                <a:close/>
              </a:path>
              <a:path w="5038263" h="509762" stroke="0" extrusionOk="0">
                <a:moveTo>
                  <a:pt x="0" y="0"/>
                </a:moveTo>
                <a:cubicBezTo>
                  <a:pt x="166618" y="17266"/>
                  <a:pt x="524509" y="21060"/>
                  <a:pt x="730548" y="0"/>
                </a:cubicBezTo>
                <a:cubicBezTo>
                  <a:pt x="936587" y="-21060"/>
                  <a:pt x="1180349" y="20293"/>
                  <a:pt x="1461096" y="0"/>
                </a:cubicBezTo>
                <a:cubicBezTo>
                  <a:pt x="1741843" y="-20293"/>
                  <a:pt x="1879955" y="15995"/>
                  <a:pt x="1990114" y="0"/>
                </a:cubicBezTo>
                <a:cubicBezTo>
                  <a:pt x="2100273" y="-15995"/>
                  <a:pt x="2383898" y="-25118"/>
                  <a:pt x="2519131" y="0"/>
                </a:cubicBezTo>
                <a:cubicBezTo>
                  <a:pt x="2654364" y="25118"/>
                  <a:pt x="2944196" y="15601"/>
                  <a:pt x="3098532" y="0"/>
                </a:cubicBezTo>
                <a:cubicBezTo>
                  <a:pt x="3252868" y="-15601"/>
                  <a:pt x="3462575" y="18273"/>
                  <a:pt x="3577167" y="0"/>
                </a:cubicBezTo>
                <a:cubicBezTo>
                  <a:pt x="3691760" y="-18273"/>
                  <a:pt x="3903556" y="-2166"/>
                  <a:pt x="4055802" y="0"/>
                </a:cubicBezTo>
                <a:cubicBezTo>
                  <a:pt x="4208049" y="2166"/>
                  <a:pt x="4834298" y="28163"/>
                  <a:pt x="5038263" y="0"/>
                </a:cubicBezTo>
                <a:cubicBezTo>
                  <a:pt x="5045184" y="187841"/>
                  <a:pt x="5016697" y="289712"/>
                  <a:pt x="5038263" y="509762"/>
                </a:cubicBezTo>
                <a:cubicBezTo>
                  <a:pt x="4813745" y="530967"/>
                  <a:pt x="4460889" y="502721"/>
                  <a:pt x="4307715" y="509762"/>
                </a:cubicBezTo>
                <a:cubicBezTo>
                  <a:pt x="4154541" y="516803"/>
                  <a:pt x="3988107" y="490727"/>
                  <a:pt x="3677932" y="509762"/>
                </a:cubicBezTo>
                <a:cubicBezTo>
                  <a:pt x="3367757" y="528797"/>
                  <a:pt x="3303326" y="481729"/>
                  <a:pt x="2997766" y="509762"/>
                </a:cubicBezTo>
                <a:cubicBezTo>
                  <a:pt x="2692206" y="537795"/>
                  <a:pt x="2585084" y="505808"/>
                  <a:pt x="2468749" y="509762"/>
                </a:cubicBezTo>
                <a:cubicBezTo>
                  <a:pt x="2352414" y="513716"/>
                  <a:pt x="2006891" y="486254"/>
                  <a:pt x="1738201" y="509762"/>
                </a:cubicBezTo>
                <a:cubicBezTo>
                  <a:pt x="1469511" y="533270"/>
                  <a:pt x="1373918" y="513410"/>
                  <a:pt x="1108418" y="509762"/>
                </a:cubicBezTo>
                <a:cubicBezTo>
                  <a:pt x="842918" y="506114"/>
                  <a:pt x="737412" y="494079"/>
                  <a:pt x="579400" y="509762"/>
                </a:cubicBezTo>
                <a:cubicBezTo>
                  <a:pt x="421388" y="525445"/>
                  <a:pt x="264926" y="482213"/>
                  <a:pt x="0" y="509762"/>
                </a:cubicBezTo>
                <a:cubicBezTo>
                  <a:pt x="-5977" y="311285"/>
                  <a:pt x="10463" y="195841"/>
                  <a:pt x="0" y="0"/>
                </a:cubicBezTo>
                <a:close/>
              </a:path>
            </a:pathLst>
          </a:custGeom>
          <a:ln>
            <a:extLst>
              <a:ext uri="{C807C97D-BFC1-408E-A445-0C87EB9F89A2}">
                <ask:lineSketchStyleProps xmlns:ask="http://schemas.microsoft.com/office/drawing/2018/sketchyshapes" sd="3871379894">
                  <ask:type>
                    <ask:lineSketchFreehand/>
                  </ask:type>
                </ask:lineSketchStyleProps>
              </a:ext>
            </a:extLst>
          </a:ln>
        </p:spPr>
        <p:txBody>
          <a:bodyPr>
            <a:normAutofit fontScale="90000"/>
          </a:bodyPr>
          <a:lstStyle/>
          <a:p>
            <a:r>
              <a:rPr sz="2400" b="1" dirty="0">
                <a:latin typeface="Times New Roman" panose="02020603050405020304" pitchFamily="18" charset="0"/>
                <a:cs typeface="Times New Roman" panose="02020603050405020304" pitchFamily="18" charset="0"/>
              </a:rPr>
              <a:t>GUI Layout and Controls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62213" y="493065"/>
            <a:ext cx="9467573" cy="625534"/>
          </a:xfrm>
          <a:custGeom>
            <a:avLst/>
            <a:gdLst>
              <a:gd name="connsiteX0" fmla="*/ 0 w 9467573"/>
              <a:gd name="connsiteY0" fmla="*/ 0 h 625534"/>
              <a:gd name="connsiteX1" fmla="*/ 581579 w 9467573"/>
              <a:gd name="connsiteY1" fmla="*/ 0 h 625534"/>
              <a:gd name="connsiteX2" fmla="*/ 973808 w 9467573"/>
              <a:gd name="connsiteY2" fmla="*/ 0 h 625534"/>
              <a:gd name="connsiteX3" fmla="*/ 1460711 w 9467573"/>
              <a:gd name="connsiteY3" fmla="*/ 0 h 625534"/>
              <a:gd name="connsiteX4" fmla="*/ 2231642 w 9467573"/>
              <a:gd name="connsiteY4" fmla="*/ 0 h 625534"/>
              <a:gd name="connsiteX5" fmla="*/ 2623870 w 9467573"/>
              <a:gd name="connsiteY5" fmla="*/ 0 h 625534"/>
              <a:gd name="connsiteX6" fmla="*/ 3489477 w 9467573"/>
              <a:gd name="connsiteY6" fmla="*/ 0 h 625534"/>
              <a:gd name="connsiteX7" fmla="*/ 3976381 w 9467573"/>
              <a:gd name="connsiteY7" fmla="*/ 0 h 625534"/>
              <a:gd name="connsiteX8" fmla="*/ 4463284 w 9467573"/>
              <a:gd name="connsiteY8" fmla="*/ 0 h 625534"/>
              <a:gd name="connsiteX9" fmla="*/ 4950188 w 9467573"/>
              <a:gd name="connsiteY9" fmla="*/ 0 h 625534"/>
              <a:gd name="connsiteX10" fmla="*/ 5437092 w 9467573"/>
              <a:gd name="connsiteY10" fmla="*/ 0 h 625534"/>
              <a:gd name="connsiteX11" fmla="*/ 6113347 w 9467573"/>
              <a:gd name="connsiteY11" fmla="*/ 0 h 625534"/>
              <a:gd name="connsiteX12" fmla="*/ 6978954 w 9467573"/>
              <a:gd name="connsiteY12" fmla="*/ 0 h 625534"/>
              <a:gd name="connsiteX13" fmla="*/ 7371182 w 9467573"/>
              <a:gd name="connsiteY13" fmla="*/ 0 h 625534"/>
              <a:gd name="connsiteX14" fmla="*/ 7763410 w 9467573"/>
              <a:gd name="connsiteY14" fmla="*/ 0 h 625534"/>
              <a:gd name="connsiteX15" fmla="*/ 8439665 w 9467573"/>
              <a:gd name="connsiteY15" fmla="*/ 0 h 625534"/>
              <a:gd name="connsiteX16" fmla="*/ 9467573 w 9467573"/>
              <a:gd name="connsiteY16" fmla="*/ 0 h 625534"/>
              <a:gd name="connsiteX17" fmla="*/ 9467573 w 9467573"/>
              <a:gd name="connsiteY17" fmla="*/ 625534 h 625534"/>
              <a:gd name="connsiteX18" fmla="*/ 9075345 w 9467573"/>
              <a:gd name="connsiteY18" fmla="*/ 625534 h 625534"/>
              <a:gd name="connsiteX19" fmla="*/ 8588441 w 9467573"/>
              <a:gd name="connsiteY19" fmla="*/ 625534 h 625534"/>
              <a:gd name="connsiteX20" fmla="*/ 7722835 w 9467573"/>
              <a:gd name="connsiteY20" fmla="*/ 625534 h 625534"/>
              <a:gd name="connsiteX21" fmla="*/ 7330607 w 9467573"/>
              <a:gd name="connsiteY21" fmla="*/ 625534 h 625534"/>
              <a:gd name="connsiteX22" fmla="*/ 6559676 w 9467573"/>
              <a:gd name="connsiteY22" fmla="*/ 625534 h 625534"/>
              <a:gd name="connsiteX23" fmla="*/ 5788745 w 9467573"/>
              <a:gd name="connsiteY23" fmla="*/ 625534 h 625534"/>
              <a:gd name="connsiteX24" fmla="*/ 5207165 w 9467573"/>
              <a:gd name="connsiteY24" fmla="*/ 625534 h 625534"/>
              <a:gd name="connsiteX25" fmla="*/ 4720261 w 9467573"/>
              <a:gd name="connsiteY25" fmla="*/ 625534 h 625534"/>
              <a:gd name="connsiteX26" fmla="*/ 3949330 w 9467573"/>
              <a:gd name="connsiteY26" fmla="*/ 625534 h 625534"/>
              <a:gd name="connsiteX27" fmla="*/ 3083724 w 9467573"/>
              <a:gd name="connsiteY27" fmla="*/ 625534 h 625534"/>
              <a:gd name="connsiteX28" fmla="*/ 2596820 w 9467573"/>
              <a:gd name="connsiteY28" fmla="*/ 625534 h 625534"/>
              <a:gd name="connsiteX29" fmla="*/ 2015241 w 9467573"/>
              <a:gd name="connsiteY29" fmla="*/ 625534 h 625534"/>
              <a:gd name="connsiteX30" fmla="*/ 1244310 w 9467573"/>
              <a:gd name="connsiteY30" fmla="*/ 625534 h 625534"/>
              <a:gd name="connsiteX31" fmla="*/ 0 w 9467573"/>
              <a:gd name="connsiteY31" fmla="*/ 625534 h 625534"/>
              <a:gd name="connsiteX32" fmla="*/ 0 w 9467573"/>
              <a:gd name="connsiteY32" fmla="*/ 0 h 62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67573" h="625534" fill="none" extrusionOk="0">
                <a:moveTo>
                  <a:pt x="0" y="0"/>
                </a:moveTo>
                <a:cubicBezTo>
                  <a:pt x="178137" y="16019"/>
                  <a:pt x="339045" y="1922"/>
                  <a:pt x="581579" y="0"/>
                </a:cubicBezTo>
                <a:cubicBezTo>
                  <a:pt x="824113" y="-1922"/>
                  <a:pt x="831520" y="4800"/>
                  <a:pt x="973808" y="0"/>
                </a:cubicBezTo>
                <a:cubicBezTo>
                  <a:pt x="1116096" y="-4800"/>
                  <a:pt x="1285981" y="20374"/>
                  <a:pt x="1460711" y="0"/>
                </a:cubicBezTo>
                <a:cubicBezTo>
                  <a:pt x="1635441" y="-20374"/>
                  <a:pt x="2021845" y="-18021"/>
                  <a:pt x="2231642" y="0"/>
                </a:cubicBezTo>
                <a:cubicBezTo>
                  <a:pt x="2441439" y="18021"/>
                  <a:pt x="2482178" y="-17939"/>
                  <a:pt x="2623870" y="0"/>
                </a:cubicBezTo>
                <a:cubicBezTo>
                  <a:pt x="2765562" y="17939"/>
                  <a:pt x="3145349" y="22083"/>
                  <a:pt x="3489477" y="0"/>
                </a:cubicBezTo>
                <a:cubicBezTo>
                  <a:pt x="3833605" y="-22083"/>
                  <a:pt x="3791777" y="18291"/>
                  <a:pt x="3976381" y="0"/>
                </a:cubicBezTo>
                <a:cubicBezTo>
                  <a:pt x="4160985" y="-18291"/>
                  <a:pt x="4279770" y="4363"/>
                  <a:pt x="4463284" y="0"/>
                </a:cubicBezTo>
                <a:cubicBezTo>
                  <a:pt x="4646798" y="-4363"/>
                  <a:pt x="4794949" y="-9328"/>
                  <a:pt x="4950188" y="0"/>
                </a:cubicBezTo>
                <a:cubicBezTo>
                  <a:pt x="5105427" y="9328"/>
                  <a:pt x="5263106" y="23459"/>
                  <a:pt x="5437092" y="0"/>
                </a:cubicBezTo>
                <a:cubicBezTo>
                  <a:pt x="5611078" y="-23459"/>
                  <a:pt x="5836556" y="15021"/>
                  <a:pt x="6113347" y="0"/>
                </a:cubicBezTo>
                <a:cubicBezTo>
                  <a:pt x="6390139" y="-15021"/>
                  <a:pt x="6673506" y="-4734"/>
                  <a:pt x="6978954" y="0"/>
                </a:cubicBezTo>
                <a:cubicBezTo>
                  <a:pt x="7284402" y="4734"/>
                  <a:pt x="7227659" y="-14398"/>
                  <a:pt x="7371182" y="0"/>
                </a:cubicBezTo>
                <a:cubicBezTo>
                  <a:pt x="7514705" y="14398"/>
                  <a:pt x="7577009" y="4359"/>
                  <a:pt x="7763410" y="0"/>
                </a:cubicBezTo>
                <a:cubicBezTo>
                  <a:pt x="7949811" y="-4359"/>
                  <a:pt x="8219175" y="-6392"/>
                  <a:pt x="8439665" y="0"/>
                </a:cubicBezTo>
                <a:cubicBezTo>
                  <a:pt x="8660155" y="6392"/>
                  <a:pt x="9136038" y="18557"/>
                  <a:pt x="9467573" y="0"/>
                </a:cubicBezTo>
                <a:cubicBezTo>
                  <a:pt x="9442462" y="259910"/>
                  <a:pt x="9484200" y="353334"/>
                  <a:pt x="9467573" y="625534"/>
                </a:cubicBezTo>
                <a:cubicBezTo>
                  <a:pt x="9340177" y="622377"/>
                  <a:pt x="9230484" y="615744"/>
                  <a:pt x="9075345" y="625534"/>
                </a:cubicBezTo>
                <a:cubicBezTo>
                  <a:pt x="8920206" y="635324"/>
                  <a:pt x="8724362" y="638877"/>
                  <a:pt x="8588441" y="625534"/>
                </a:cubicBezTo>
                <a:cubicBezTo>
                  <a:pt x="8452520" y="612191"/>
                  <a:pt x="7931195" y="649953"/>
                  <a:pt x="7722835" y="625534"/>
                </a:cubicBezTo>
                <a:cubicBezTo>
                  <a:pt x="7514475" y="601115"/>
                  <a:pt x="7435740" y="620870"/>
                  <a:pt x="7330607" y="625534"/>
                </a:cubicBezTo>
                <a:cubicBezTo>
                  <a:pt x="7225474" y="630198"/>
                  <a:pt x="6849462" y="657311"/>
                  <a:pt x="6559676" y="625534"/>
                </a:cubicBezTo>
                <a:cubicBezTo>
                  <a:pt x="6269890" y="593757"/>
                  <a:pt x="6088326" y="595153"/>
                  <a:pt x="5788745" y="625534"/>
                </a:cubicBezTo>
                <a:cubicBezTo>
                  <a:pt x="5489164" y="655915"/>
                  <a:pt x="5420860" y="651513"/>
                  <a:pt x="5207165" y="625534"/>
                </a:cubicBezTo>
                <a:cubicBezTo>
                  <a:pt x="4993470" y="599555"/>
                  <a:pt x="4915967" y="628986"/>
                  <a:pt x="4720261" y="625534"/>
                </a:cubicBezTo>
                <a:cubicBezTo>
                  <a:pt x="4524555" y="622082"/>
                  <a:pt x="4122987" y="643369"/>
                  <a:pt x="3949330" y="625534"/>
                </a:cubicBezTo>
                <a:cubicBezTo>
                  <a:pt x="3775673" y="607699"/>
                  <a:pt x="3272511" y="613259"/>
                  <a:pt x="3083724" y="625534"/>
                </a:cubicBezTo>
                <a:cubicBezTo>
                  <a:pt x="2894937" y="637809"/>
                  <a:pt x="2811239" y="619294"/>
                  <a:pt x="2596820" y="625534"/>
                </a:cubicBezTo>
                <a:cubicBezTo>
                  <a:pt x="2382401" y="631774"/>
                  <a:pt x="2222294" y="633233"/>
                  <a:pt x="2015241" y="625534"/>
                </a:cubicBezTo>
                <a:cubicBezTo>
                  <a:pt x="1808188" y="617835"/>
                  <a:pt x="1420885" y="657127"/>
                  <a:pt x="1244310" y="625534"/>
                </a:cubicBezTo>
                <a:cubicBezTo>
                  <a:pt x="1067735" y="593941"/>
                  <a:pt x="425691" y="629353"/>
                  <a:pt x="0" y="625534"/>
                </a:cubicBezTo>
                <a:cubicBezTo>
                  <a:pt x="23592" y="392414"/>
                  <a:pt x="29808" y="194612"/>
                  <a:pt x="0" y="0"/>
                </a:cubicBezTo>
                <a:close/>
              </a:path>
              <a:path w="9467573" h="625534" stroke="0" extrusionOk="0">
                <a:moveTo>
                  <a:pt x="0" y="0"/>
                </a:moveTo>
                <a:cubicBezTo>
                  <a:pt x="102874" y="-7248"/>
                  <a:pt x="384131" y="11926"/>
                  <a:pt x="486904" y="0"/>
                </a:cubicBezTo>
                <a:cubicBezTo>
                  <a:pt x="589677" y="-11926"/>
                  <a:pt x="1085295" y="-34922"/>
                  <a:pt x="1257835" y="0"/>
                </a:cubicBezTo>
                <a:cubicBezTo>
                  <a:pt x="1430375" y="34922"/>
                  <a:pt x="1717903" y="-33795"/>
                  <a:pt x="2028766" y="0"/>
                </a:cubicBezTo>
                <a:cubicBezTo>
                  <a:pt x="2339629" y="33795"/>
                  <a:pt x="2289010" y="-13167"/>
                  <a:pt x="2420994" y="0"/>
                </a:cubicBezTo>
                <a:cubicBezTo>
                  <a:pt x="2552978" y="13167"/>
                  <a:pt x="2722776" y="-13327"/>
                  <a:pt x="2907897" y="0"/>
                </a:cubicBezTo>
                <a:cubicBezTo>
                  <a:pt x="3093018" y="13327"/>
                  <a:pt x="3140116" y="13509"/>
                  <a:pt x="3300125" y="0"/>
                </a:cubicBezTo>
                <a:cubicBezTo>
                  <a:pt x="3460134" y="-13509"/>
                  <a:pt x="3743020" y="28704"/>
                  <a:pt x="4071056" y="0"/>
                </a:cubicBezTo>
                <a:cubicBezTo>
                  <a:pt x="4399092" y="-28704"/>
                  <a:pt x="4577950" y="-21787"/>
                  <a:pt x="4841987" y="0"/>
                </a:cubicBezTo>
                <a:cubicBezTo>
                  <a:pt x="5106024" y="21787"/>
                  <a:pt x="5349190" y="-35651"/>
                  <a:pt x="5707594" y="0"/>
                </a:cubicBezTo>
                <a:cubicBezTo>
                  <a:pt x="6065998" y="35651"/>
                  <a:pt x="5922284" y="-3703"/>
                  <a:pt x="6099822" y="0"/>
                </a:cubicBezTo>
                <a:cubicBezTo>
                  <a:pt x="6277360" y="3703"/>
                  <a:pt x="6345577" y="14934"/>
                  <a:pt x="6492050" y="0"/>
                </a:cubicBezTo>
                <a:cubicBezTo>
                  <a:pt x="6638523" y="-14934"/>
                  <a:pt x="6946163" y="-40340"/>
                  <a:pt x="7357657" y="0"/>
                </a:cubicBezTo>
                <a:cubicBezTo>
                  <a:pt x="7769151" y="40340"/>
                  <a:pt x="7635137" y="21285"/>
                  <a:pt x="7844560" y="0"/>
                </a:cubicBezTo>
                <a:cubicBezTo>
                  <a:pt x="8053983" y="-21285"/>
                  <a:pt x="8262881" y="-35733"/>
                  <a:pt x="8615491" y="0"/>
                </a:cubicBezTo>
                <a:cubicBezTo>
                  <a:pt x="8968101" y="35733"/>
                  <a:pt x="9060220" y="-30487"/>
                  <a:pt x="9467573" y="0"/>
                </a:cubicBezTo>
                <a:cubicBezTo>
                  <a:pt x="9455281" y="283156"/>
                  <a:pt x="9455931" y="368290"/>
                  <a:pt x="9467573" y="625534"/>
                </a:cubicBezTo>
                <a:cubicBezTo>
                  <a:pt x="9369990" y="628121"/>
                  <a:pt x="9232065" y="611599"/>
                  <a:pt x="9075345" y="625534"/>
                </a:cubicBezTo>
                <a:cubicBezTo>
                  <a:pt x="8918625" y="639469"/>
                  <a:pt x="8790206" y="619173"/>
                  <a:pt x="8683117" y="625534"/>
                </a:cubicBezTo>
                <a:cubicBezTo>
                  <a:pt x="8576028" y="631895"/>
                  <a:pt x="8179342" y="649725"/>
                  <a:pt x="8006862" y="625534"/>
                </a:cubicBezTo>
                <a:cubicBezTo>
                  <a:pt x="7834382" y="601343"/>
                  <a:pt x="7491754" y="616500"/>
                  <a:pt x="7330607" y="625534"/>
                </a:cubicBezTo>
                <a:cubicBezTo>
                  <a:pt x="7169461" y="634568"/>
                  <a:pt x="7131440" y="608280"/>
                  <a:pt x="6938378" y="625534"/>
                </a:cubicBezTo>
                <a:cubicBezTo>
                  <a:pt x="6745316" y="642788"/>
                  <a:pt x="6594545" y="625025"/>
                  <a:pt x="6356799" y="625534"/>
                </a:cubicBezTo>
                <a:cubicBezTo>
                  <a:pt x="6119053" y="626043"/>
                  <a:pt x="5876807" y="600684"/>
                  <a:pt x="5680544" y="625534"/>
                </a:cubicBezTo>
                <a:cubicBezTo>
                  <a:pt x="5484281" y="650384"/>
                  <a:pt x="4989856" y="629506"/>
                  <a:pt x="4814937" y="625534"/>
                </a:cubicBezTo>
                <a:cubicBezTo>
                  <a:pt x="4640018" y="621562"/>
                  <a:pt x="4273399" y="592513"/>
                  <a:pt x="4044006" y="625534"/>
                </a:cubicBezTo>
                <a:cubicBezTo>
                  <a:pt x="3814613" y="658555"/>
                  <a:pt x="3660405" y="638509"/>
                  <a:pt x="3367751" y="625534"/>
                </a:cubicBezTo>
                <a:cubicBezTo>
                  <a:pt x="3075097" y="612559"/>
                  <a:pt x="2976838" y="625025"/>
                  <a:pt x="2691496" y="625534"/>
                </a:cubicBezTo>
                <a:cubicBezTo>
                  <a:pt x="2406155" y="626043"/>
                  <a:pt x="2202390" y="617099"/>
                  <a:pt x="2015241" y="625534"/>
                </a:cubicBezTo>
                <a:cubicBezTo>
                  <a:pt x="1828092" y="633969"/>
                  <a:pt x="1639976" y="608110"/>
                  <a:pt x="1433661" y="625534"/>
                </a:cubicBezTo>
                <a:cubicBezTo>
                  <a:pt x="1227346" y="642958"/>
                  <a:pt x="1145245" y="621255"/>
                  <a:pt x="946757" y="625534"/>
                </a:cubicBezTo>
                <a:cubicBezTo>
                  <a:pt x="748269" y="629813"/>
                  <a:pt x="205137" y="634960"/>
                  <a:pt x="0" y="625534"/>
                </a:cubicBezTo>
                <a:cubicBezTo>
                  <a:pt x="25133" y="355998"/>
                  <a:pt x="-15254" y="176086"/>
                  <a:pt x="0" y="0"/>
                </a:cubicBezTo>
                <a:close/>
              </a:path>
            </a:pathLst>
          </a:custGeom>
          <a:ln>
            <a:extLst>
              <a:ext uri="{C807C97D-BFC1-408E-A445-0C87EB9F89A2}">
                <ask:lineSketchStyleProps xmlns:ask="http://schemas.microsoft.com/office/drawing/2018/sketchyshapes" sd="601159343">
                  <ask:type>
                    <ask:lineSketchFreehand/>
                  </ask:type>
                </ask:lineSketchStyleProps>
              </a:ext>
            </a:extLst>
          </a:ln>
        </p:spPr>
        <p:txBody>
          <a:bodyPr>
            <a:noAutofit/>
          </a:bodyPr>
          <a:lstStyle/>
          <a:p>
            <a:r>
              <a:rPr sz="2400" b="1" dirty="0">
                <a:latin typeface="Times New Roman" panose="02020603050405020304" pitchFamily="18" charset="0"/>
                <a:cs typeface="Times New Roman" panose="02020603050405020304" pitchFamily="18" charset="0"/>
              </a:rPr>
              <a:t>Speckle Simulation &amp; Filtering – Code Logic</a:t>
            </a:r>
          </a:p>
        </p:txBody>
      </p:sp>
      <p:sp>
        <p:nvSpPr>
          <p:cNvPr id="3" name="Content Placeholder 2"/>
          <p:cNvSpPr>
            <a:spLocks noGrp="1"/>
          </p:cNvSpPr>
          <p:nvPr>
            <p:ph idx="1"/>
          </p:nvPr>
        </p:nvSpPr>
        <p:spPr>
          <a:xfrm>
            <a:off x="1160819" y="1633878"/>
            <a:ext cx="9870360" cy="4914406"/>
          </a:xfrm>
          <a:custGeom>
            <a:avLst/>
            <a:gdLst>
              <a:gd name="connsiteX0" fmla="*/ 0 w 9870360"/>
              <a:gd name="connsiteY0" fmla="*/ 0 h 4914406"/>
              <a:gd name="connsiteX1" fmla="*/ 284499 w 9870360"/>
              <a:gd name="connsiteY1" fmla="*/ 0 h 4914406"/>
              <a:gd name="connsiteX2" fmla="*/ 766404 w 9870360"/>
              <a:gd name="connsiteY2" fmla="*/ 0 h 4914406"/>
              <a:gd name="connsiteX3" fmla="*/ 1248310 w 9870360"/>
              <a:gd name="connsiteY3" fmla="*/ 0 h 4914406"/>
              <a:gd name="connsiteX4" fmla="*/ 2026327 w 9870360"/>
              <a:gd name="connsiteY4" fmla="*/ 0 h 4914406"/>
              <a:gd name="connsiteX5" fmla="*/ 2705640 w 9870360"/>
              <a:gd name="connsiteY5" fmla="*/ 0 h 4914406"/>
              <a:gd name="connsiteX6" fmla="*/ 3483656 w 9870360"/>
              <a:gd name="connsiteY6" fmla="*/ 0 h 4914406"/>
              <a:gd name="connsiteX7" fmla="*/ 4261673 w 9870360"/>
              <a:gd name="connsiteY7" fmla="*/ 0 h 4914406"/>
              <a:gd name="connsiteX8" fmla="*/ 4842282 w 9870360"/>
              <a:gd name="connsiteY8" fmla="*/ 0 h 4914406"/>
              <a:gd name="connsiteX9" fmla="*/ 5620299 w 9870360"/>
              <a:gd name="connsiteY9" fmla="*/ 0 h 4914406"/>
              <a:gd name="connsiteX10" fmla="*/ 6398316 w 9870360"/>
              <a:gd name="connsiteY10" fmla="*/ 0 h 4914406"/>
              <a:gd name="connsiteX11" fmla="*/ 6978925 w 9870360"/>
              <a:gd name="connsiteY11" fmla="*/ 0 h 4914406"/>
              <a:gd name="connsiteX12" fmla="*/ 7559535 w 9870360"/>
              <a:gd name="connsiteY12" fmla="*/ 0 h 4914406"/>
              <a:gd name="connsiteX13" fmla="*/ 7844033 w 9870360"/>
              <a:gd name="connsiteY13" fmla="*/ 0 h 4914406"/>
              <a:gd name="connsiteX14" fmla="*/ 8622050 w 9870360"/>
              <a:gd name="connsiteY14" fmla="*/ 0 h 4914406"/>
              <a:gd name="connsiteX15" fmla="*/ 9301363 w 9870360"/>
              <a:gd name="connsiteY15" fmla="*/ 0 h 4914406"/>
              <a:gd name="connsiteX16" fmla="*/ 9870360 w 9870360"/>
              <a:gd name="connsiteY16" fmla="*/ 0 h 4914406"/>
              <a:gd name="connsiteX17" fmla="*/ 9870360 w 9870360"/>
              <a:gd name="connsiteY17" fmla="*/ 496901 h 4914406"/>
              <a:gd name="connsiteX18" fmla="*/ 9870360 w 9870360"/>
              <a:gd name="connsiteY18" fmla="*/ 993802 h 4914406"/>
              <a:gd name="connsiteX19" fmla="*/ 9870360 w 9870360"/>
              <a:gd name="connsiteY19" fmla="*/ 1638135 h 4914406"/>
              <a:gd name="connsiteX20" fmla="*/ 9870360 w 9870360"/>
              <a:gd name="connsiteY20" fmla="*/ 2036748 h 4914406"/>
              <a:gd name="connsiteX21" fmla="*/ 9870360 w 9870360"/>
              <a:gd name="connsiteY21" fmla="*/ 2582793 h 4914406"/>
              <a:gd name="connsiteX22" fmla="*/ 9870360 w 9870360"/>
              <a:gd name="connsiteY22" fmla="*/ 3079694 h 4914406"/>
              <a:gd name="connsiteX23" fmla="*/ 9870360 w 9870360"/>
              <a:gd name="connsiteY23" fmla="*/ 3576595 h 4914406"/>
              <a:gd name="connsiteX24" fmla="*/ 9870360 w 9870360"/>
              <a:gd name="connsiteY24" fmla="*/ 4171785 h 4914406"/>
              <a:gd name="connsiteX25" fmla="*/ 9870360 w 9870360"/>
              <a:gd name="connsiteY25" fmla="*/ 4914406 h 4914406"/>
              <a:gd name="connsiteX26" fmla="*/ 9388454 w 9870360"/>
              <a:gd name="connsiteY26" fmla="*/ 4914406 h 4914406"/>
              <a:gd name="connsiteX27" fmla="*/ 8610438 w 9870360"/>
              <a:gd name="connsiteY27" fmla="*/ 4914406 h 4914406"/>
              <a:gd name="connsiteX28" fmla="*/ 8029828 w 9870360"/>
              <a:gd name="connsiteY28" fmla="*/ 4914406 h 4914406"/>
              <a:gd name="connsiteX29" fmla="*/ 7350515 w 9870360"/>
              <a:gd name="connsiteY29" fmla="*/ 4914406 h 4914406"/>
              <a:gd name="connsiteX30" fmla="*/ 6671202 w 9870360"/>
              <a:gd name="connsiteY30" fmla="*/ 4914406 h 4914406"/>
              <a:gd name="connsiteX31" fmla="*/ 5991889 w 9870360"/>
              <a:gd name="connsiteY31" fmla="*/ 4914406 h 4914406"/>
              <a:gd name="connsiteX32" fmla="*/ 5312576 w 9870360"/>
              <a:gd name="connsiteY32" fmla="*/ 4914406 h 4914406"/>
              <a:gd name="connsiteX33" fmla="*/ 4633263 w 9870360"/>
              <a:gd name="connsiteY33" fmla="*/ 4914406 h 4914406"/>
              <a:gd name="connsiteX34" fmla="*/ 4348764 w 9870360"/>
              <a:gd name="connsiteY34" fmla="*/ 4914406 h 4914406"/>
              <a:gd name="connsiteX35" fmla="*/ 3866859 w 9870360"/>
              <a:gd name="connsiteY35" fmla="*/ 4914406 h 4914406"/>
              <a:gd name="connsiteX36" fmla="*/ 3187546 w 9870360"/>
              <a:gd name="connsiteY36" fmla="*/ 4914406 h 4914406"/>
              <a:gd name="connsiteX37" fmla="*/ 2508233 w 9870360"/>
              <a:gd name="connsiteY37" fmla="*/ 4914406 h 4914406"/>
              <a:gd name="connsiteX38" fmla="*/ 2125030 w 9870360"/>
              <a:gd name="connsiteY38" fmla="*/ 4914406 h 4914406"/>
              <a:gd name="connsiteX39" fmla="*/ 1643125 w 9870360"/>
              <a:gd name="connsiteY39" fmla="*/ 4914406 h 4914406"/>
              <a:gd name="connsiteX40" fmla="*/ 963812 w 9870360"/>
              <a:gd name="connsiteY40" fmla="*/ 4914406 h 4914406"/>
              <a:gd name="connsiteX41" fmla="*/ 580609 w 9870360"/>
              <a:gd name="connsiteY41" fmla="*/ 4914406 h 4914406"/>
              <a:gd name="connsiteX42" fmla="*/ 0 w 9870360"/>
              <a:gd name="connsiteY42" fmla="*/ 4914406 h 4914406"/>
              <a:gd name="connsiteX43" fmla="*/ 0 w 9870360"/>
              <a:gd name="connsiteY43" fmla="*/ 4319217 h 4914406"/>
              <a:gd name="connsiteX44" fmla="*/ 0 w 9870360"/>
              <a:gd name="connsiteY44" fmla="*/ 3920604 h 4914406"/>
              <a:gd name="connsiteX45" fmla="*/ 0 w 9870360"/>
              <a:gd name="connsiteY45" fmla="*/ 3521991 h 4914406"/>
              <a:gd name="connsiteX46" fmla="*/ 0 w 9870360"/>
              <a:gd name="connsiteY46" fmla="*/ 2926802 h 4914406"/>
              <a:gd name="connsiteX47" fmla="*/ 0 w 9870360"/>
              <a:gd name="connsiteY47" fmla="*/ 2479045 h 4914406"/>
              <a:gd name="connsiteX48" fmla="*/ 0 w 9870360"/>
              <a:gd name="connsiteY48" fmla="*/ 1982144 h 4914406"/>
              <a:gd name="connsiteX49" fmla="*/ 0 w 9870360"/>
              <a:gd name="connsiteY49" fmla="*/ 1534387 h 4914406"/>
              <a:gd name="connsiteX50" fmla="*/ 0 w 9870360"/>
              <a:gd name="connsiteY50" fmla="*/ 1037486 h 4914406"/>
              <a:gd name="connsiteX51" fmla="*/ 0 w 9870360"/>
              <a:gd name="connsiteY51" fmla="*/ 540585 h 4914406"/>
              <a:gd name="connsiteX52" fmla="*/ 0 w 9870360"/>
              <a:gd name="connsiteY52" fmla="*/ 0 h 491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870360" h="4914406" fill="none" extrusionOk="0">
                <a:moveTo>
                  <a:pt x="0" y="0"/>
                </a:moveTo>
                <a:cubicBezTo>
                  <a:pt x="127110" y="-24383"/>
                  <a:pt x="155568" y="16855"/>
                  <a:pt x="284499" y="0"/>
                </a:cubicBezTo>
                <a:cubicBezTo>
                  <a:pt x="413430" y="-16855"/>
                  <a:pt x="572440" y="9925"/>
                  <a:pt x="766404" y="0"/>
                </a:cubicBezTo>
                <a:cubicBezTo>
                  <a:pt x="960369" y="-9925"/>
                  <a:pt x="1035057" y="35226"/>
                  <a:pt x="1248310" y="0"/>
                </a:cubicBezTo>
                <a:cubicBezTo>
                  <a:pt x="1461563" y="-35226"/>
                  <a:pt x="1814766" y="13633"/>
                  <a:pt x="2026327" y="0"/>
                </a:cubicBezTo>
                <a:cubicBezTo>
                  <a:pt x="2237888" y="-13633"/>
                  <a:pt x="2379628" y="23500"/>
                  <a:pt x="2705640" y="0"/>
                </a:cubicBezTo>
                <a:cubicBezTo>
                  <a:pt x="3031652" y="-23500"/>
                  <a:pt x="3213295" y="57824"/>
                  <a:pt x="3483656" y="0"/>
                </a:cubicBezTo>
                <a:cubicBezTo>
                  <a:pt x="3754017" y="-57824"/>
                  <a:pt x="3967663" y="9804"/>
                  <a:pt x="4261673" y="0"/>
                </a:cubicBezTo>
                <a:cubicBezTo>
                  <a:pt x="4555683" y="-9804"/>
                  <a:pt x="4723079" y="26158"/>
                  <a:pt x="4842282" y="0"/>
                </a:cubicBezTo>
                <a:cubicBezTo>
                  <a:pt x="4961485" y="-26158"/>
                  <a:pt x="5264062" y="76635"/>
                  <a:pt x="5620299" y="0"/>
                </a:cubicBezTo>
                <a:cubicBezTo>
                  <a:pt x="5976536" y="-76635"/>
                  <a:pt x="6044272" y="1379"/>
                  <a:pt x="6398316" y="0"/>
                </a:cubicBezTo>
                <a:cubicBezTo>
                  <a:pt x="6752360" y="-1379"/>
                  <a:pt x="6794191" y="20260"/>
                  <a:pt x="6978925" y="0"/>
                </a:cubicBezTo>
                <a:cubicBezTo>
                  <a:pt x="7163659" y="-20260"/>
                  <a:pt x="7332289" y="676"/>
                  <a:pt x="7559535" y="0"/>
                </a:cubicBezTo>
                <a:cubicBezTo>
                  <a:pt x="7786781" y="-676"/>
                  <a:pt x="7740030" y="15452"/>
                  <a:pt x="7844033" y="0"/>
                </a:cubicBezTo>
                <a:cubicBezTo>
                  <a:pt x="7948036" y="-15452"/>
                  <a:pt x="8247676" y="69484"/>
                  <a:pt x="8622050" y="0"/>
                </a:cubicBezTo>
                <a:cubicBezTo>
                  <a:pt x="8996424" y="-69484"/>
                  <a:pt x="9096546" y="51606"/>
                  <a:pt x="9301363" y="0"/>
                </a:cubicBezTo>
                <a:cubicBezTo>
                  <a:pt x="9506180" y="-51606"/>
                  <a:pt x="9660991" y="25595"/>
                  <a:pt x="9870360" y="0"/>
                </a:cubicBezTo>
                <a:cubicBezTo>
                  <a:pt x="9879461" y="225489"/>
                  <a:pt x="9825580" y="295598"/>
                  <a:pt x="9870360" y="496901"/>
                </a:cubicBezTo>
                <a:cubicBezTo>
                  <a:pt x="9915140" y="698204"/>
                  <a:pt x="9842350" y="745552"/>
                  <a:pt x="9870360" y="993802"/>
                </a:cubicBezTo>
                <a:cubicBezTo>
                  <a:pt x="9898370" y="1242052"/>
                  <a:pt x="9816370" y="1428394"/>
                  <a:pt x="9870360" y="1638135"/>
                </a:cubicBezTo>
                <a:cubicBezTo>
                  <a:pt x="9924350" y="1847876"/>
                  <a:pt x="9852613" y="1874360"/>
                  <a:pt x="9870360" y="2036748"/>
                </a:cubicBezTo>
                <a:cubicBezTo>
                  <a:pt x="9888107" y="2199136"/>
                  <a:pt x="9814766" y="2414458"/>
                  <a:pt x="9870360" y="2582793"/>
                </a:cubicBezTo>
                <a:cubicBezTo>
                  <a:pt x="9925954" y="2751128"/>
                  <a:pt x="9856938" y="2925640"/>
                  <a:pt x="9870360" y="3079694"/>
                </a:cubicBezTo>
                <a:cubicBezTo>
                  <a:pt x="9883782" y="3233748"/>
                  <a:pt x="9814984" y="3337516"/>
                  <a:pt x="9870360" y="3576595"/>
                </a:cubicBezTo>
                <a:cubicBezTo>
                  <a:pt x="9925736" y="3815674"/>
                  <a:pt x="9848094" y="3907928"/>
                  <a:pt x="9870360" y="4171785"/>
                </a:cubicBezTo>
                <a:cubicBezTo>
                  <a:pt x="9892626" y="4435642"/>
                  <a:pt x="9801614" y="4605608"/>
                  <a:pt x="9870360" y="4914406"/>
                </a:cubicBezTo>
                <a:cubicBezTo>
                  <a:pt x="9736311" y="4952038"/>
                  <a:pt x="9537459" y="4868580"/>
                  <a:pt x="9388454" y="4914406"/>
                </a:cubicBezTo>
                <a:cubicBezTo>
                  <a:pt x="9239449" y="4960232"/>
                  <a:pt x="8926673" y="4874055"/>
                  <a:pt x="8610438" y="4914406"/>
                </a:cubicBezTo>
                <a:cubicBezTo>
                  <a:pt x="8294203" y="4954757"/>
                  <a:pt x="8193373" y="4877878"/>
                  <a:pt x="8029828" y="4914406"/>
                </a:cubicBezTo>
                <a:cubicBezTo>
                  <a:pt x="7866283" y="4950934"/>
                  <a:pt x="7607684" y="4854824"/>
                  <a:pt x="7350515" y="4914406"/>
                </a:cubicBezTo>
                <a:cubicBezTo>
                  <a:pt x="7093346" y="4973988"/>
                  <a:pt x="6921329" y="4883431"/>
                  <a:pt x="6671202" y="4914406"/>
                </a:cubicBezTo>
                <a:cubicBezTo>
                  <a:pt x="6421075" y="4945381"/>
                  <a:pt x="6291280" y="4855222"/>
                  <a:pt x="5991889" y="4914406"/>
                </a:cubicBezTo>
                <a:cubicBezTo>
                  <a:pt x="5692498" y="4973590"/>
                  <a:pt x="5573114" y="4836234"/>
                  <a:pt x="5312576" y="4914406"/>
                </a:cubicBezTo>
                <a:cubicBezTo>
                  <a:pt x="5052038" y="4992578"/>
                  <a:pt x="4882074" y="4894421"/>
                  <a:pt x="4633263" y="4914406"/>
                </a:cubicBezTo>
                <a:cubicBezTo>
                  <a:pt x="4384452" y="4934391"/>
                  <a:pt x="4485394" y="4896742"/>
                  <a:pt x="4348764" y="4914406"/>
                </a:cubicBezTo>
                <a:cubicBezTo>
                  <a:pt x="4212134" y="4932070"/>
                  <a:pt x="3968285" y="4885112"/>
                  <a:pt x="3866859" y="4914406"/>
                </a:cubicBezTo>
                <a:cubicBezTo>
                  <a:pt x="3765433" y="4943700"/>
                  <a:pt x="3353741" y="4910972"/>
                  <a:pt x="3187546" y="4914406"/>
                </a:cubicBezTo>
                <a:cubicBezTo>
                  <a:pt x="3021351" y="4917840"/>
                  <a:pt x="2724366" y="4879224"/>
                  <a:pt x="2508233" y="4914406"/>
                </a:cubicBezTo>
                <a:cubicBezTo>
                  <a:pt x="2292100" y="4949588"/>
                  <a:pt x="2296842" y="4890876"/>
                  <a:pt x="2125030" y="4914406"/>
                </a:cubicBezTo>
                <a:cubicBezTo>
                  <a:pt x="1953218" y="4937936"/>
                  <a:pt x="1746868" y="4905579"/>
                  <a:pt x="1643125" y="4914406"/>
                </a:cubicBezTo>
                <a:cubicBezTo>
                  <a:pt x="1539382" y="4923233"/>
                  <a:pt x="1291124" y="4874590"/>
                  <a:pt x="963812" y="4914406"/>
                </a:cubicBezTo>
                <a:cubicBezTo>
                  <a:pt x="636500" y="4954222"/>
                  <a:pt x="666894" y="4892449"/>
                  <a:pt x="580609" y="4914406"/>
                </a:cubicBezTo>
                <a:cubicBezTo>
                  <a:pt x="494324" y="4936363"/>
                  <a:pt x="154558" y="4867876"/>
                  <a:pt x="0" y="4914406"/>
                </a:cubicBezTo>
                <a:cubicBezTo>
                  <a:pt x="-18800" y="4703350"/>
                  <a:pt x="9230" y="4592996"/>
                  <a:pt x="0" y="4319217"/>
                </a:cubicBezTo>
                <a:cubicBezTo>
                  <a:pt x="-9230" y="4045438"/>
                  <a:pt x="1534" y="4041854"/>
                  <a:pt x="0" y="3920604"/>
                </a:cubicBezTo>
                <a:cubicBezTo>
                  <a:pt x="-1534" y="3799354"/>
                  <a:pt x="34170" y="3704021"/>
                  <a:pt x="0" y="3521991"/>
                </a:cubicBezTo>
                <a:cubicBezTo>
                  <a:pt x="-34170" y="3339961"/>
                  <a:pt x="5913" y="3202451"/>
                  <a:pt x="0" y="2926802"/>
                </a:cubicBezTo>
                <a:cubicBezTo>
                  <a:pt x="-5913" y="2651153"/>
                  <a:pt x="23778" y="2687817"/>
                  <a:pt x="0" y="2479045"/>
                </a:cubicBezTo>
                <a:cubicBezTo>
                  <a:pt x="-23778" y="2270273"/>
                  <a:pt x="33348" y="2097227"/>
                  <a:pt x="0" y="1982144"/>
                </a:cubicBezTo>
                <a:cubicBezTo>
                  <a:pt x="-33348" y="1867061"/>
                  <a:pt x="4135" y="1647325"/>
                  <a:pt x="0" y="1534387"/>
                </a:cubicBezTo>
                <a:cubicBezTo>
                  <a:pt x="-4135" y="1421449"/>
                  <a:pt x="49337" y="1280388"/>
                  <a:pt x="0" y="1037486"/>
                </a:cubicBezTo>
                <a:cubicBezTo>
                  <a:pt x="-49337" y="794584"/>
                  <a:pt x="38037" y="745756"/>
                  <a:pt x="0" y="540585"/>
                </a:cubicBezTo>
                <a:cubicBezTo>
                  <a:pt x="-38037" y="335414"/>
                  <a:pt x="57507" y="127880"/>
                  <a:pt x="0" y="0"/>
                </a:cubicBezTo>
                <a:close/>
              </a:path>
              <a:path w="9870360" h="4914406" stroke="0" extrusionOk="0">
                <a:moveTo>
                  <a:pt x="0" y="0"/>
                </a:moveTo>
                <a:cubicBezTo>
                  <a:pt x="329265" y="-57866"/>
                  <a:pt x="434149" y="54253"/>
                  <a:pt x="679313" y="0"/>
                </a:cubicBezTo>
                <a:cubicBezTo>
                  <a:pt x="924477" y="-54253"/>
                  <a:pt x="835862" y="25440"/>
                  <a:pt x="963812" y="0"/>
                </a:cubicBezTo>
                <a:cubicBezTo>
                  <a:pt x="1091762" y="-25440"/>
                  <a:pt x="1190093" y="23783"/>
                  <a:pt x="1248310" y="0"/>
                </a:cubicBezTo>
                <a:cubicBezTo>
                  <a:pt x="1306527" y="-23783"/>
                  <a:pt x="1596634" y="79067"/>
                  <a:pt x="1927623" y="0"/>
                </a:cubicBezTo>
                <a:cubicBezTo>
                  <a:pt x="2258612" y="-79067"/>
                  <a:pt x="2332909" y="37764"/>
                  <a:pt x="2606936" y="0"/>
                </a:cubicBezTo>
                <a:cubicBezTo>
                  <a:pt x="2880963" y="-37764"/>
                  <a:pt x="2950707" y="19823"/>
                  <a:pt x="3187546" y="0"/>
                </a:cubicBezTo>
                <a:cubicBezTo>
                  <a:pt x="3424385" y="-19823"/>
                  <a:pt x="3685284" y="23660"/>
                  <a:pt x="3965562" y="0"/>
                </a:cubicBezTo>
                <a:cubicBezTo>
                  <a:pt x="4245840" y="-23660"/>
                  <a:pt x="4326279" y="28135"/>
                  <a:pt x="4447468" y="0"/>
                </a:cubicBezTo>
                <a:cubicBezTo>
                  <a:pt x="4568657" y="-28135"/>
                  <a:pt x="4727365" y="32984"/>
                  <a:pt x="4830670" y="0"/>
                </a:cubicBezTo>
                <a:cubicBezTo>
                  <a:pt x="4933975" y="-32984"/>
                  <a:pt x="5176840" y="35565"/>
                  <a:pt x="5312576" y="0"/>
                </a:cubicBezTo>
                <a:cubicBezTo>
                  <a:pt x="5448312" y="-35565"/>
                  <a:pt x="5618072" y="12770"/>
                  <a:pt x="5695778" y="0"/>
                </a:cubicBezTo>
                <a:cubicBezTo>
                  <a:pt x="5773484" y="-12770"/>
                  <a:pt x="5884128" y="32398"/>
                  <a:pt x="5980277" y="0"/>
                </a:cubicBezTo>
                <a:cubicBezTo>
                  <a:pt x="6076426" y="-32398"/>
                  <a:pt x="6323682" y="27642"/>
                  <a:pt x="6659590" y="0"/>
                </a:cubicBezTo>
                <a:cubicBezTo>
                  <a:pt x="6995498" y="-27642"/>
                  <a:pt x="7189266" y="66961"/>
                  <a:pt x="7338903" y="0"/>
                </a:cubicBezTo>
                <a:cubicBezTo>
                  <a:pt x="7488540" y="-66961"/>
                  <a:pt x="7870307" y="49860"/>
                  <a:pt x="8018216" y="0"/>
                </a:cubicBezTo>
                <a:cubicBezTo>
                  <a:pt x="8166125" y="-49860"/>
                  <a:pt x="8414771" y="16120"/>
                  <a:pt x="8697529" y="0"/>
                </a:cubicBezTo>
                <a:cubicBezTo>
                  <a:pt x="8980287" y="-16120"/>
                  <a:pt x="9125507" y="44070"/>
                  <a:pt x="9278138" y="0"/>
                </a:cubicBezTo>
                <a:cubicBezTo>
                  <a:pt x="9430769" y="-44070"/>
                  <a:pt x="9736883" y="9556"/>
                  <a:pt x="9870360" y="0"/>
                </a:cubicBezTo>
                <a:cubicBezTo>
                  <a:pt x="9912041" y="157757"/>
                  <a:pt x="9858769" y="336153"/>
                  <a:pt x="9870360" y="496901"/>
                </a:cubicBezTo>
                <a:cubicBezTo>
                  <a:pt x="9881951" y="657649"/>
                  <a:pt x="9839159" y="931672"/>
                  <a:pt x="9870360" y="1092090"/>
                </a:cubicBezTo>
                <a:cubicBezTo>
                  <a:pt x="9901561" y="1252508"/>
                  <a:pt x="9839131" y="1396239"/>
                  <a:pt x="9870360" y="1588991"/>
                </a:cubicBezTo>
                <a:cubicBezTo>
                  <a:pt x="9901589" y="1781743"/>
                  <a:pt x="9868027" y="1962976"/>
                  <a:pt x="9870360" y="2233325"/>
                </a:cubicBezTo>
                <a:cubicBezTo>
                  <a:pt x="9872693" y="2503674"/>
                  <a:pt x="9826600" y="2568536"/>
                  <a:pt x="9870360" y="2681081"/>
                </a:cubicBezTo>
                <a:cubicBezTo>
                  <a:pt x="9914120" y="2793626"/>
                  <a:pt x="9805650" y="3060914"/>
                  <a:pt x="9870360" y="3276271"/>
                </a:cubicBezTo>
                <a:cubicBezTo>
                  <a:pt x="9935070" y="3491628"/>
                  <a:pt x="9848330" y="3637649"/>
                  <a:pt x="9870360" y="3822316"/>
                </a:cubicBezTo>
                <a:cubicBezTo>
                  <a:pt x="9892390" y="4006984"/>
                  <a:pt x="9850643" y="4134098"/>
                  <a:pt x="9870360" y="4270073"/>
                </a:cubicBezTo>
                <a:cubicBezTo>
                  <a:pt x="9890077" y="4406048"/>
                  <a:pt x="9831260" y="4685878"/>
                  <a:pt x="9870360" y="4914406"/>
                </a:cubicBezTo>
                <a:cubicBezTo>
                  <a:pt x="9666674" y="4990432"/>
                  <a:pt x="9389531" y="4844630"/>
                  <a:pt x="9191047" y="4914406"/>
                </a:cubicBezTo>
                <a:cubicBezTo>
                  <a:pt x="8992563" y="4984182"/>
                  <a:pt x="8759326" y="4886951"/>
                  <a:pt x="8511734" y="4914406"/>
                </a:cubicBezTo>
                <a:cubicBezTo>
                  <a:pt x="8264142" y="4941861"/>
                  <a:pt x="8093030" y="4854148"/>
                  <a:pt x="7733717" y="4914406"/>
                </a:cubicBezTo>
                <a:cubicBezTo>
                  <a:pt x="7374404" y="4974664"/>
                  <a:pt x="7342524" y="4855148"/>
                  <a:pt x="7153108" y="4914406"/>
                </a:cubicBezTo>
                <a:cubicBezTo>
                  <a:pt x="6963692" y="4973664"/>
                  <a:pt x="6789571" y="4879504"/>
                  <a:pt x="6671202" y="4914406"/>
                </a:cubicBezTo>
                <a:cubicBezTo>
                  <a:pt x="6552833" y="4949308"/>
                  <a:pt x="6378075" y="4913156"/>
                  <a:pt x="6288000" y="4914406"/>
                </a:cubicBezTo>
                <a:cubicBezTo>
                  <a:pt x="6197925" y="4915656"/>
                  <a:pt x="5741570" y="4825700"/>
                  <a:pt x="5509983" y="4914406"/>
                </a:cubicBezTo>
                <a:cubicBezTo>
                  <a:pt x="5278396" y="5003112"/>
                  <a:pt x="5224064" y="4913018"/>
                  <a:pt x="5126781" y="4914406"/>
                </a:cubicBezTo>
                <a:cubicBezTo>
                  <a:pt x="5029498" y="4915794"/>
                  <a:pt x="4698570" y="4900346"/>
                  <a:pt x="4546172" y="4914406"/>
                </a:cubicBezTo>
                <a:cubicBezTo>
                  <a:pt x="4393774" y="4928466"/>
                  <a:pt x="4019193" y="4887856"/>
                  <a:pt x="3866859" y="4914406"/>
                </a:cubicBezTo>
                <a:cubicBezTo>
                  <a:pt x="3714525" y="4940956"/>
                  <a:pt x="3580307" y="4862779"/>
                  <a:pt x="3384953" y="4914406"/>
                </a:cubicBezTo>
                <a:cubicBezTo>
                  <a:pt x="3189599" y="4966033"/>
                  <a:pt x="3077186" y="4874039"/>
                  <a:pt x="2903047" y="4914406"/>
                </a:cubicBezTo>
                <a:cubicBezTo>
                  <a:pt x="2728908" y="4954773"/>
                  <a:pt x="2736932" y="4903324"/>
                  <a:pt x="2618548" y="4914406"/>
                </a:cubicBezTo>
                <a:cubicBezTo>
                  <a:pt x="2500164" y="4925488"/>
                  <a:pt x="2438810" y="4909857"/>
                  <a:pt x="2334050" y="4914406"/>
                </a:cubicBezTo>
                <a:cubicBezTo>
                  <a:pt x="2229290" y="4918955"/>
                  <a:pt x="1947136" y="4865962"/>
                  <a:pt x="1654737" y="4914406"/>
                </a:cubicBezTo>
                <a:cubicBezTo>
                  <a:pt x="1362338" y="4962850"/>
                  <a:pt x="1459762" y="4893599"/>
                  <a:pt x="1370238" y="4914406"/>
                </a:cubicBezTo>
                <a:cubicBezTo>
                  <a:pt x="1280714" y="4935213"/>
                  <a:pt x="755412" y="4843066"/>
                  <a:pt x="592222" y="4914406"/>
                </a:cubicBezTo>
                <a:cubicBezTo>
                  <a:pt x="429032" y="4985746"/>
                  <a:pt x="287974" y="4844653"/>
                  <a:pt x="0" y="4914406"/>
                </a:cubicBezTo>
                <a:cubicBezTo>
                  <a:pt x="-51248" y="4688810"/>
                  <a:pt x="7188" y="4621698"/>
                  <a:pt x="0" y="4417505"/>
                </a:cubicBezTo>
                <a:cubicBezTo>
                  <a:pt x="-7188" y="4213312"/>
                  <a:pt x="49633" y="4037353"/>
                  <a:pt x="0" y="3773172"/>
                </a:cubicBezTo>
                <a:cubicBezTo>
                  <a:pt x="-49633" y="3508991"/>
                  <a:pt x="21812" y="3475814"/>
                  <a:pt x="0" y="3276271"/>
                </a:cubicBezTo>
                <a:cubicBezTo>
                  <a:pt x="-21812" y="3076728"/>
                  <a:pt x="41979" y="3010194"/>
                  <a:pt x="0" y="2779370"/>
                </a:cubicBezTo>
                <a:cubicBezTo>
                  <a:pt x="-41979" y="2548546"/>
                  <a:pt x="32658" y="2460626"/>
                  <a:pt x="0" y="2331613"/>
                </a:cubicBezTo>
                <a:cubicBezTo>
                  <a:pt x="-32658" y="2202600"/>
                  <a:pt x="29388" y="2020664"/>
                  <a:pt x="0" y="1933000"/>
                </a:cubicBezTo>
                <a:cubicBezTo>
                  <a:pt x="-29388" y="1845336"/>
                  <a:pt x="25470" y="1652620"/>
                  <a:pt x="0" y="1485243"/>
                </a:cubicBezTo>
                <a:cubicBezTo>
                  <a:pt x="-25470" y="1317866"/>
                  <a:pt x="32576" y="1054751"/>
                  <a:pt x="0" y="890054"/>
                </a:cubicBezTo>
                <a:cubicBezTo>
                  <a:pt x="-32576" y="725357"/>
                  <a:pt x="10953" y="628889"/>
                  <a:pt x="0" y="491441"/>
                </a:cubicBezTo>
                <a:cubicBezTo>
                  <a:pt x="-10953" y="353993"/>
                  <a:pt x="19143" y="107241"/>
                  <a:pt x="0" y="0"/>
                </a:cubicBezTo>
                <a:close/>
              </a:path>
            </a:pathLst>
          </a:custGeom>
          <a:ln w="19050">
            <a:solidFill>
              <a:schemeClr val="accent2">
                <a:lumMod val="50000"/>
              </a:schemeClr>
            </a:solidFill>
            <a:extLst>
              <a:ext uri="{C807C97D-BFC1-408E-A445-0C87EB9F89A2}">
                <ask:lineSketchStyleProps xmlns:ask="http://schemas.microsoft.com/office/drawing/2018/sketchyshapes" sd="773428623">
                  <ask:type>
                    <ask:lineSketchScribble/>
                  </ask:type>
                </ask:lineSketchStyleProps>
              </a:ext>
            </a:extLst>
          </a:ln>
        </p:spPr>
        <p:txBody>
          <a:bodyPr>
            <a:noAutofit/>
          </a:bodyPr>
          <a:lstStyle/>
          <a:p>
            <a:r>
              <a:rPr sz="2400" b="1" dirty="0">
                <a:latin typeface="Times New Roman" panose="02020603050405020304" pitchFamily="18" charset="0"/>
                <a:cs typeface="Times New Roman" panose="02020603050405020304" pitchFamily="18" charset="0"/>
              </a:rPr>
              <a:t>Image Upload: </a:t>
            </a:r>
            <a:r>
              <a:rPr sz="2400" dirty="0">
                <a:latin typeface="Times New Roman" panose="02020603050405020304" pitchFamily="18" charset="0"/>
                <a:cs typeface="Times New Roman" panose="02020603050405020304" pitchFamily="18" charset="0"/>
              </a:rPr>
              <a:t>Grayscale to RGB, converted to double using im2double.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r>
              <a:rPr lang="en-US" sz="2000" dirty="0" err="1">
                <a:solidFill>
                  <a:srgbClr val="FF0000"/>
                </a:solidFill>
                <a:latin typeface="Times New Roman" panose="02020603050405020304" pitchFamily="18" charset="0"/>
                <a:cs typeface="Times New Roman" panose="02020603050405020304" pitchFamily="18" charset="0"/>
              </a:rPr>
              <a:t>img</a:t>
            </a:r>
            <a:r>
              <a:rPr lang="en-US" sz="2000" dirty="0">
                <a:solidFill>
                  <a:srgbClr val="FF0000"/>
                </a:solidFill>
                <a:latin typeface="Times New Roman" panose="02020603050405020304" pitchFamily="18" charset="0"/>
                <a:cs typeface="Times New Roman" panose="02020603050405020304" pitchFamily="18" charset="0"/>
              </a:rPr>
              <a:t> = im2double(</a:t>
            </a:r>
            <a:r>
              <a:rPr lang="en-US" sz="2000" dirty="0" err="1">
                <a:solidFill>
                  <a:srgbClr val="FF0000"/>
                </a:solidFill>
                <a:latin typeface="Times New Roman" panose="02020603050405020304" pitchFamily="18" charset="0"/>
                <a:cs typeface="Times New Roman" panose="02020603050405020304" pitchFamily="18" charset="0"/>
              </a:rPr>
              <a:t>img</a:t>
            </a:r>
            <a:r>
              <a:rPr lang="en-US" sz="2000" dirty="0">
                <a:solidFill>
                  <a:srgbClr val="FF0000"/>
                </a:solidFill>
                <a:latin typeface="Times New Roman" panose="02020603050405020304" pitchFamily="18" charset="0"/>
                <a:cs typeface="Times New Roman" panose="02020603050405020304" pitchFamily="18" charset="0"/>
              </a:rPr>
              <a:t>); </a:t>
            </a:r>
            <a:endParaRPr sz="2000" dirty="0">
              <a:solidFill>
                <a:srgbClr val="FF0000"/>
              </a:solidFill>
              <a:latin typeface="Times New Roman" panose="02020603050405020304" pitchFamily="18" charset="0"/>
              <a:cs typeface="Times New Roman" panose="02020603050405020304" pitchFamily="18" charset="0"/>
            </a:endParaRPr>
          </a:p>
          <a:p>
            <a:r>
              <a:rPr sz="2400" b="1" dirty="0">
                <a:latin typeface="Times New Roman" panose="02020603050405020304" pitchFamily="18" charset="0"/>
                <a:cs typeface="Times New Roman" panose="02020603050405020304" pitchFamily="18" charset="0"/>
              </a:rPr>
              <a:t>Speckle Simulation Logic:</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Generates the speckle pattern by applying inverse FFT to a random complex field:</a:t>
            </a:r>
            <a:br>
              <a:rPr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speckle = abs(ifft2(</a:t>
            </a:r>
            <a:r>
              <a:rPr sz="2000" dirty="0" err="1">
                <a:solidFill>
                  <a:srgbClr val="FF0000"/>
                </a:solidFill>
                <a:latin typeface="Times New Roman" panose="02020603050405020304" pitchFamily="18" charset="0"/>
                <a:cs typeface="Times New Roman" panose="02020603050405020304" pitchFamily="18" charset="0"/>
              </a:rPr>
              <a:t>complex_field</a:t>
            </a:r>
            <a:r>
              <a:rPr sz="2000" dirty="0">
                <a:solidFill>
                  <a:srgbClr val="FF0000"/>
                </a:solidFill>
                <a:latin typeface="Times New Roman" panose="02020603050405020304" pitchFamily="18" charset="0"/>
                <a:cs typeface="Times New Roman" panose="02020603050405020304" pitchFamily="18" charset="0"/>
              </a:rPr>
              <a:t>)).^1;</a:t>
            </a:r>
            <a:r>
              <a:rPr lang="en-US" sz="2000" dirty="0">
                <a:solidFill>
                  <a:srgbClr val="FF0000"/>
                </a:solidFill>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Then adds speckle noise by multiplying the original image with the speckle pattern:</a:t>
            </a:r>
            <a:br>
              <a:rPr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sz="2000" dirty="0" err="1">
                <a:solidFill>
                  <a:srgbClr val="FF0000"/>
                </a:solidFill>
                <a:latin typeface="Times New Roman" panose="02020603050405020304" pitchFamily="18" charset="0"/>
                <a:cs typeface="Times New Roman" panose="02020603050405020304" pitchFamily="18" charset="0"/>
              </a:rPr>
              <a:t>noisy_img</a:t>
            </a:r>
            <a:r>
              <a:rPr sz="2000" dirty="0">
                <a:solidFill>
                  <a:srgbClr val="FF0000"/>
                </a:solidFill>
                <a:latin typeface="Times New Roman" panose="02020603050405020304" pitchFamily="18" charset="0"/>
                <a:cs typeface="Times New Roman" panose="02020603050405020304" pitchFamily="18" charset="0"/>
              </a:rPr>
              <a:t>(:,:,c) = </a:t>
            </a:r>
            <a:r>
              <a:rPr sz="2000" dirty="0" err="1">
                <a:solidFill>
                  <a:srgbClr val="FF0000"/>
                </a:solidFill>
                <a:latin typeface="Times New Roman" panose="02020603050405020304" pitchFamily="18" charset="0"/>
                <a:cs typeface="Times New Roman" panose="02020603050405020304" pitchFamily="18" charset="0"/>
              </a:rPr>
              <a:t>img</a:t>
            </a:r>
            <a:r>
              <a:rPr sz="2000" dirty="0">
                <a:solidFill>
                  <a:srgbClr val="FF0000"/>
                </a:solidFill>
                <a:latin typeface="Times New Roman" panose="02020603050405020304" pitchFamily="18" charset="0"/>
                <a:cs typeface="Times New Roman" panose="02020603050405020304" pitchFamily="18" charset="0"/>
              </a:rPr>
              <a:t>(:,:,c) .* speckle;</a:t>
            </a:r>
            <a:endParaRPr lang="en-US" sz="2000" dirty="0">
              <a:solidFill>
                <a:srgbClr val="FF0000"/>
              </a:solidFill>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Noise Removal: </a:t>
            </a:r>
            <a:r>
              <a:rPr lang="en-US" sz="2400" dirty="0">
                <a:latin typeface="Times New Roman" panose="02020603050405020304" pitchFamily="18" charset="0"/>
                <a:cs typeface="Times New Roman" panose="02020603050405020304" pitchFamily="18" charset="0"/>
              </a:rPr>
              <a:t>Removes speckle noise by dividing the noisy image by the speckle pattern: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000" dirty="0" err="1">
                <a:solidFill>
                  <a:srgbClr val="FF0000"/>
                </a:solidFill>
                <a:latin typeface="Times New Roman" panose="02020603050405020304" pitchFamily="18" charset="0"/>
                <a:cs typeface="Times New Roman" panose="02020603050405020304" pitchFamily="18" charset="0"/>
              </a:rPr>
              <a:t>filtered_img</a:t>
            </a:r>
            <a:r>
              <a:rPr lang="en-US" sz="2000" dirty="0">
                <a:solidFill>
                  <a:srgbClr val="FF0000"/>
                </a:solidFill>
                <a:latin typeface="Times New Roman" panose="02020603050405020304" pitchFamily="18" charset="0"/>
                <a:cs typeface="Times New Roman" panose="02020603050405020304" pitchFamily="18" charset="0"/>
              </a:rPr>
              <a:t> = </a:t>
            </a:r>
            <a:r>
              <a:rPr lang="en-US" sz="2000" dirty="0" err="1">
                <a:solidFill>
                  <a:srgbClr val="FF0000"/>
                </a:solidFill>
                <a:latin typeface="Times New Roman" panose="02020603050405020304" pitchFamily="18" charset="0"/>
                <a:cs typeface="Times New Roman" panose="02020603050405020304" pitchFamily="18" charset="0"/>
              </a:rPr>
              <a:t>noisy_img</a:t>
            </a:r>
            <a:r>
              <a:rPr lang="en-US" sz="2000" dirty="0">
                <a:solidFill>
                  <a:srgbClr val="FF0000"/>
                </a:solidFill>
                <a:latin typeface="Times New Roman" panose="02020603050405020304" pitchFamily="18" charset="0"/>
                <a:cs typeface="Times New Roman" panose="02020603050405020304" pitchFamily="18" charset="0"/>
              </a:rPr>
              <a:t> ./ (speckle + 1e-6);</a:t>
            </a:r>
          </a:p>
          <a:p>
            <a:r>
              <a:rPr sz="2400" b="1" dirty="0">
                <a:latin typeface="Times New Roman" panose="02020603050405020304" pitchFamily="18" charset="0"/>
                <a:cs typeface="Times New Roman" panose="02020603050405020304" pitchFamily="18" charset="0"/>
              </a:rPr>
              <a:t>Display &amp; Save: </a:t>
            </a:r>
            <a:r>
              <a:rPr sz="2400" dirty="0">
                <a:latin typeface="Times New Roman" panose="02020603050405020304" pitchFamily="18" charset="0"/>
                <a:cs typeface="Times New Roman" panose="02020603050405020304" pitchFamily="18" charset="0"/>
              </a:rPr>
              <a:t>Normalized using </a:t>
            </a:r>
            <a:r>
              <a:rPr sz="2400" u="sng" dirty="0" err="1">
                <a:latin typeface="Times New Roman" panose="02020603050405020304" pitchFamily="18" charset="0"/>
                <a:cs typeface="Times New Roman" panose="02020603050405020304" pitchFamily="18" charset="0"/>
              </a:rPr>
              <a:t>imshow</a:t>
            </a:r>
            <a:r>
              <a:rPr sz="2400" dirty="0">
                <a:latin typeface="Times New Roman" panose="02020603050405020304" pitchFamily="18" charset="0"/>
                <a:cs typeface="Times New Roman" panose="02020603050405020304" pitchFamily="18" charset="0"/>
              </a:rPr>
              <a:t>, saved via </a:t>
            </a:r>
            <a:r>
              <a:rPr sz="2400" u="sng" dirty="0" err="1">
                <a:latin typeface="Times New Roman" panose="02020603050405020304" pitchFamily="18" charset="0"/>
                <a:cs typeface="Times New Roman" panose="02020603050405020304" pitchFamily="18" charset="0"/>
              </a:rPr>
              <a:t>uiputfile</a:t>
            </a:r>
            <a:r>
              <a:rPr sz="2400" dirty="0">
                <a:latin typeface="Times New Roman" panose="02020603050405020304" pitchFamily="18" charset="0"/>
                <a:cs typeface="Times New Roman" panose="02020603050405020304" pitchFamily="18" charset="0"/>
              </a:rPr>
              <a:t> and </a:t>
            </a:r>
            <a:r>
              <a:rPr sz="2400" u="sng" dirty="0" err="1">
                <a:latin typeface="Times New Roman" panose="02020603050405020304" pitchFamily="18" charset="0"/>
                <a:cs typeface="Times New Roman" panose="02020603050405020304" pitchFamily="18" charset="0"/>
              </a:rPr>
              <a:t>imwrite</a:t>
            </a:r>
            <a:r>
              <a:rPr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DC6395-340A-038F-81D4-20CE4EA5E354}"/>
              </a:ext>
            </a:extLst>
          </p:cNvPr>
          <p:cNvSpPr txBox="1"/>
          <p:nvPr/>
        </p:nvSpPr>
        <p:spPr>
          <a:xfrm>
            <a:off x="465859" y="960756"/>
            <a:ext cx="11260282" cy="5730095"/>
          </a:xfrm>
          <a:custGeom>
            <a:avLst/>
            <a:gdLst>
              <a:gd name="connsiteX0" fmla="*/ 0 w 11260282"/>
              <a:gd name="connsiteY0" fmla="*/ 0 h 5730095"/>
              <a:gd name="connsiteX1" fmla="*/ 367441 w 11260282"/>
              <a:gd name="connsiteY1" fmla="*/ 0 h 5730095"/>
              <a:gd name="connsiteX2" fmla="*/ 734882 w 11260282"/>
              <a:gd name="connsiteY2" fmla="*/ 0 h 5730095"/>
              <a:gd name="connsiteX3" fmla="*/ 1327528 w 11260282"/>
              <a:gd name="connsiteY3" fmla="*/ 0 h 5730095"/>
              <a:gd name="connsiteX4" fmla="*/ 2032777 w 11260282"/>
              <a:gd name="connsiteY4" fmla="*/ 0 h 5730095"/>
              <a:gd name="connsiteX5" fmla="*/ 2400218 w 11260282"/>
              <a:gd name="connsiteY5" fmla="*/ 0 h 5730095"/>
              <a:gd name="connsiteX6" fmla="*/ 2880262 w 11260282"/>
              <a:gd name="connsiteY6" fmla="*/ 0 h 5730095"/>
              <a:gd name="connsiteX7" fmla="*/ 3247702 w 11260282"/>
              <a:gd name="connsiteY7" fmla="*/ 0 h 5730095"/>
              <a:gd name="connsiteX8" fmla="*/ 3840349 w 11260282"/>
              <a:gd name="connsiteY8" fmla="*/ 0 h 5730095"/>
              <a:gd name="connsiteX9" fmla="*/ 4095187 w 11260282"/>
              <a:gd name="connsiteY9" fmla="*/ 0 h 5730095"/>
              <a:gd name="connsiteX10" fmla="*/ 4462628 w 11260282"/>
              <a:gd name="connsiteY10" fmla="*/ 0 h 5730095"/>
              <a:gd name="connsiteX11" fmla="*/ 5167877 w 11260282"/>
              <a:gd name="connsiteY11" fmla="*/ 0 h 5730095"/>
              <a:gd name="connsiteX12" fmla="*/ 5985729 w 11260282"/>
              <a:gd name="connsiteY12" fmla="*/ 0 h 5730095"/>
              <a:gd name="connsiteX13" fmla="*/ 6465772 w 11260282"/>
              <a:gd name="connsiteY13" fmla="*/ 0 h 5730095"/>
              <a:gd name="connsiteX14" fmla="*/ 7283625 w 11260282"/>
              <a:gd name="connsiteY14" fmla="*/ 0 h 5730095"/>
              <a:gd name="connsiteX15" fmla="*/ 8101477 w 11260282"/>
              <a:gd name="connsiteY15" fmla="*/ 0 h 5730095"/>
              <a:gd name="connsiteX16" fmla="*/ 8581520 w 11260282"/>
              <a:gd name="connsiteY16" fmla="*/ 0 h 5730095"/>
              <a:gd name="connsiteX17" fmla="*/ 9174167 w 11260282"/>
              <a:gd name="connsiteY17" fmla="*/ 0 h 5730095"/>
              <a:gd name="connsiteX18" fmla="*/ 9654210 w 11260282"/>
              <a:gd name="connsiteY18" fmla="*/ 0 h 5730095"/>
              <a:gd name="connsiteX19" fmla="*/ 10134254 w 11260282"/>
              <a:gd name="connsiteY19" fmla="*/ 0 h 5730095"/>
              <a:gd name="connsiteX20" fmla="*/ 10501695 w 11260282"/>
              <a:gd name="connsiteY20" fmla="*/ 0 h 5730095"/>
              <a:gd name="connsiteX21" fmla="*/ 11260282 w 11260282"/>
              <a:gd name="connsiteY21" fmla="*/ 0 h 5730095"/>
              <a:gd name="connsiteX22" fmla="*/ 11260282 w 11260282"/>
              <a:gd name="connsiteY22" fmla="*/ 687611 h 5730095"/>
              <a:gd name="connsiteX23" fmla="*/ 11260282 w 11260282"/>
              <a:gd name="connsiteY23" fmla="*/ 1260621 h 5730095"/>
              <a:gd name="connsiteX24" fmla="*/ 11260282 w 11260282"/>
              <a:gd name="connsiteY24" fmla="*/ 1776329 h 5730095"/>
              <a:gd name="connsiteX25" fmla="*/ 11260282 w 11260282"/>
              <a:gd name="connsiteY25" fmla="*/ 2463941 h 5730095"/>
              <a:gd name="connsiteX26" fmla="*/ 11260282 w 11260282"/>
              <a:gd name="connsiteY26" fmla="*/ 2979649 h 5730095"/>
              <a:gd name="connsiteX27" fmla="*/ 11260282 w 11260282"/>
              <a:gd name="connsiteY27" fmla="*/ 3609960 h 5730095"/>
              <a:gd name="connsiteX28" fmla="*/ 11260282 w 11260282"/>
              <a:gd name="connsiteY28" fmla="*/ 4297571 h 5730095"/>
              <a:gd name="connsiteX29" fmla="*/ 11260282 w 11260282"/>
              <a:gd name="connsiteY29" fmla="*/ 4870581 h 5730095"/>
              <a:gd name="connsiteX30" fmla="*/ 11260282 w 11260282"/>
              <a:gd name="connsiteY30" fmla="*/ 5730095 h 5730095"/>
              <a:gd name="connsiteX31" fmla="*/ 10780238 w 11260282"/>
              <a:gd name="connsiteY31" fmla="*/ 5730095 h 5730095"/>
              <a:gd name="connsiteX32" fmla="*/ 10525400 w 11260282"/>
              <a:gd name="connsiteY32" fmla="*/ 5730095 h 5730095"/>
              <a:gd name="connsiteX33" fmla="*/ 10270562 w 11260282"/>
              <a:gd name="connsiteY33" fmla="*/ 5730095 h 5730095"/>
              <a:gd name="connsiteX34" fmla="*/ 10015725 w 11260282"/>
              <a:gd name="connsiteY34" fmla="*/ 5730095 h 5730095"/>
              <a:gd name="connsiteX35" fmla="*/ 9310475 w 11260282"/>
              <a:gd name="connsiteY35" fmla="*/ 5730095 h 5730095"/>
              <a:gd name="connsiteX36" fmla="*/ 8943034 w 11260282"/>
              <a:gd name="connsiteY36" fmla="*/ 5730095 h 5730095"/>
              <a:gd name="connsiteX37" fmla="*/ 8237785 w 11260282"/>
              <a:gd name="connsiteY37" fmla="*/ 5730095 h 5730095"/>
              <a:gd name="connsiteX38" fmla="*/ 7870344 w 11260282"/>
              <a:gd name="connsiteY38" fmla="*/ 5730095 h 5730095"/>
              <a:gd name="connsiteX39" fmla="*/ 7165095 w 11260282"/>
              <a:gd name="connsiteY39" fmla="*/ 5730095 h 5730095"/>
              <a:gd name="connsiteX40" fmla="*/ 6347243 w 11260282"/>
              <a:gd name="connsiteY40" fmla="*/ 5730095 h 5730095"/>
              <a:gd name="connsiteX41" fmla="*/ 5754597 w 11260282"/>
              <a:gd name="connsiteY41" fmla="*/ 5730095 h 5730095"/>
              <a:gd name="connsiteX42" fmla="*/ 5274553 w 11260282"/>
              <a:gd name="connsiteY42" fmla="*/ 5730095 h 5730095"/>
              <a:gd name="connsiteX43" fmla="*/ 4569304 w 11260282"/>
              <a:gd name="connsiteY43" fmla="*/ 5730095 h 5730095"/>
              <a:gd name="connsiteX44" fmla="*/ 4201863 w 11260282"/>
              <a:gd name="connsiteY44" fmla="*/ 5730095 h 5730095"/>
              <a:gd name="connsiteX45" fmla="*/ 3721820 w 11260282"/>
              <a:gd name="connsiteY45" fmla="*/ 5730095 h 5730095"/>
              <a:gd name="connsiteX46" fmla="*/ 3241776 w 11260282"/>
              <a:gd name="connsiteY46" fmla="*/ 5730095 h 5730095"/>
              <a:gd name="connsiteX47" fmla="*/ 2761732 w 11260282"/>
              <a:gd name="connsiteY47" fmla="*/ 5730095 h 5730095"/>
              <a:gd name="connsiteX48" fmla="*/ 2394292 w 11260282"/>
              <a:gd name="connsiteY48" fmla="*/ 5730095 h 5730095"/>
              <a:gd name="connsiteX49" fmla="*/ 2139454 w 11260282"/>
              <a:gd name="connsiteY49" fmla="*/ 5730095 h 5730095"/>
              <a:gd name="connsiteX50" fmla="*/ 1321602 w 11260282"/>
              <a:gd name="connsiteY50" fmla="*/ 5730095 h 5730095"/>
              <a:gd name="connsiteX51" fmla="*/ 841558 w 11260282"/>
              <a:gd name="connsiteY51" fmla="*/ 5730095 h 5730095"/>
              <a:gd name="connsiteX52" fmla="*/ 0 w 11260282"/>
              <a:gd name="connsiteY52" fmla="*/ 5730095 h 5730095"/>
              <a:gd name="connsiteX53" fmla="*/ 0 w 11260282"/>
              <a:gd name="connsiteY53" fmla="*/ 5157086 h 5730095"/>
              <a:gd name="connsiteX54" fmla="*/ 0 w 11260282"/>
              <a:gd name="connsiteY54" fmla="*/ 4641377 h 5730095"/>
              <a:gd name="connsiteX55" fmla="*/ 0 w 11260282"/>
              <a:gd name="connsiteY55" fmla="*/ 4182969 h 5730095"/>
              <a:gd name="connsiteX56" fmla="*/ 0 w 11260282"/>
              <a:gd name="connsiteY56" fmla="*/ 3552659 h 5730095"/>
              <a:gd name="connsiteX57" fmla="*/ 0 w 11260282"/>
              <a:gd name="connsiteY57" fmla="*/ 3094251 h 5730095"/>
              <a:gd name="connsiteX58" fmla="*/ 0 w 11260282"/>
              <a:gd name="connsiteY58" fmla="*/ 2521242 h 5730095"/>
              <a:gd name="connsiteX59" fmla="*/ 0 w 11260282"/>
              <a:gd name="connsiteY59" fmla="*/ 1948232 h 5730095"/>
              <a:gd name="connsiteX60" fmla="*/ 0 w 11260282"/>
              <a:gd name="connsiteY60" fmla="*/ 1375223 h 5730095"/>
              <a:gd name="connsiteX61" fmla="*/ 0 w 11260282"/>
              <a:gd name="connsiteY61" fmla="*/ 916815 h 5730095"/>
              <a:gd name="connsiteX62" fmla="*/ 0 w 11260282"/>
              <a:gd name="connsiteY62" fmla="*/ 0 h 573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260282" h="5730095" extrusionOk="0">
                <a:moveTo>
                  <a:pt x="0" y="0"/>
                </a:moveTo>
                <a:cubicBezTo>
                  <a:pt x="118314" y="-31472"/>
                  <a:pt x="228534" y="33655"/>
                  <a:pt x="367441" y="0"/>
                </a:cubicBezTo>
                <a:cubicBezTo>
                  <a:pt x="506348" y="-33655"/>
                  <a:pt x="660302" y="35124"/>
                  <a:pt x="734882" y="0"/>
                </a:cubicBezTo>
                <a:cubicBezTo>
                  <a:pt x="809462" y="-35124"/>
                  <a:pt x="1103393" y="65235"/>
                  <a:pt x="1327528" y="0"/>
                </a:cubicBezTo>
                <a:cubicBezTo>
                  <a:pt x="1551663" y="-65235"/>
                  <a:pt x="1839288" y="25368"/>
                  <a:pt x="2032777" y="0"/>
                </a:cubicBezTo>
                <a:cubicBezTo>
                  <a:pt x="2226266" y="-25368"/>
                  <a:pt x="2243897" y="12940"/>
                  <a:pt x="2400218" y="0"/>
                </a:cubicBezTo>
                <a:cubicBezTo>
                  <a:pt x="2556539" y="-12940"/>
                  <a:pt x="2759289" y="22933"/>
                  <a:pt x="2880262" y="0"/>
                </a:cubicBezTo>
                <a:cubicBezTo>
                  <a:pt x="3001235" y="-22933"/>
                  <a:pt x="3108196" y="3108"/>
                  <a:pt x="3247702" y="0"/>
                </a:cubicBezTo>
                <a:cubicBezTo>
                  <a:pt x="3387208" y="-3108"/>
                  <a:pt x="3682304" y="15834"/>
                  <a:pt x="3840349" y="0"/>
                </a:cubicBezTo>
                <a:cubicBezTo>
                  <a:pt x="3998394" y="-15834"/>
                  <a:pt x="3970073" y="11498"/>
                  <a:pt x="4095187" y="0"/>
                </a:cubicBezTo>
                <a:cubicBezTo>
                  <a:pt x="4220301" y="-11498"/>
                  <a:pt x="4382366" y="38015"/>
                  <a:pt x="4462628" y="0"/>
                </a:cubicBezTo>
                <a:cubicBezTo>
                  <a:pt x="4542890" y="-38015"/>
                  <a:pt x="4921480" y="67629"/>
                  <a:pt x="5167877" y="0"/>
                </a:cubicBezTo>
                <a:cubicBezTo>
                  <a:pt x="5414274" y="-67629"/>
                  <a:pt x="5744153" y="86360"/>
                  <a:pt x="5985729" y="0"/>
                </a:cubicBezTo>
                <a:cubicBezTo>
                  <a:pt x="6227305" y="-86360"/>
                  <a:pt x="6327074" y="12277"/>
                  <a:pt x="6465772" y="0"/>
                </a:cubicBezTo>
                <a:cubicBezTo>
                  <a:pt x="6604470" y="-12277"/>
                  <a:pt x="7038631" y="47181"/>
                  <a:pt x="7283625" y="0"/>
                </a:cubicBezTo>
                <a:cubicBezTo>
                  <a:pt x="7528619" y="-47181"/>
                  <a:pt x="7707763" y="58359"/>
                  <a:pt x="8101477" y="0"/>
                </a:cubicBezTo>
                <a:cubicBezTo>
                  <a:pt x="8495191" y="-58359"/>
                  <a:pt x="8391195" y="15684"/>
                  <a:pt x="8581520" y="0"/>
                </a:cubicBezTo>
                <a:cubicBezTo>
                  <a:pt x="8771845" y="-15684"/>
                  <a:pt x="8905162" y="31387"/>
                  <a:pt x="9174167" y="0"/>
                </a:cubicBezTo>
                <a:cubicBezTo>
                  <a:pt x="9443172" y="-31387"/>
                  <a:pt x="9454246" y="28238"/>
                  <a:pt x="9654210" y="0"/>
                </a:cubicBezTo>
                <a:cubicBezTo>
                  <a:pt x="9854174" y="-28238"/>
                  <a:pt x="9960483" y="35806"/>
                  <a:pt x="10134254" y="0"/>
                </a:cubicBezTo>
                <a:cubicBezTo>
                  <a:pt x="10308025" y="-35806"/>
                  <a:pt x="10324262" y="42525"/>
                  <a:pt x="10501695" y="0"/>
                </a:cubicBezTo>
                <a:cubicBezTo>
                  <a:pt x="10679128" y="-42525"/>
                  <a:pt x="11026314" y="85904"/>
                  <a:pt x="11260282" y="0"/>
                </a:cubicBezTo>
                <a:cubicBezTo>
                  <a:pt x="11315682" y="248844"/>
                  <a:pt x="11202856" y="461976"/>
                  <a:pt x="11260282" y="687611"/>
                </a:cubicBezTo>
                <a:cubicBezTo>
                  <a:pt x="11317708" y="913246"/>
                  <a:pt x="11258956" y="998431"/>
                  <a:pt x="11260282" y="1260621"/>
                </a:cubicBezTo>
                <a:cubicBezTo>
                  <a:pt x="11261608" y="1522811"/>
                  <a:pt x="11230922" y="1629848"/>
                  <a:pt x="11260282" y="1776329"/>
                </a:cubicBezTo>
                <a:cubicBezTo>
                  <a:pt x="11289642" y="1922810"/>
                  <a:pt x="11220669" y="2141868"/>
                  <a:pt x="11260282" y="2463941"/>
                </a:cubicBezTo>
                <a:cubicBezTo>
                  <a:pt x="11299895" y="2786014"/>
                  <a:pt x="11218303" y="2843973"/>
                  <a:pt x="11260282" y="2979649"/>
                </a:cubicBezTo>
                <a:cubicBezTo>
                  <a:pt x="11302261" y="3115325"/>
                  <a:pt x="11227879" y="3448017"/>
                  <a:pt x="11260282" y="3609960"/>
                </a:cubicBezTo>
                <a:cubicBezTo>
                  <a:pt x="11292685" y="3771903"/>
                  <a:pt x="11180185" y="4113642"/>
                  <a:pt x="11260282" y="4297571"/>
                </a:cubicBezTo>
                <a:cubicBezTo>
                  <a:pt x="11340379" y="4481500"/>
                  <a:pt x="11208249" y="4685424"/>
                  <a:pt x="11260282" y="4870581"/>
                </a:cubicBezTo>
                <a:cubicBezTo>
                  <a:pt x="11312315" y="5055738"/>
                  <a:pt x="11211177" y="5532437"/>
                  <a:pt x="11260282" y="5730095"/>
                </a:cubicBezTo>
                <a:cubicBezTo>
                  <a:pt x="11141996" y="5778660"/>
                  <a:pt x="10996933" y="5720850"/>
                  <a:pt x="10780238" y="5730095"/>
                </a:cubicBezTo>
                <a:cubicBezTo>
                  <a:pt x="10563543" y="5739340"/>
                  <a:pt x="10611889" y="5726320"/>
                  <a:pt x="10525400" y="5730095"/>
                </a:cubicBezTo>
                <a:cubicBezTo>
                  <a:pt x="10438911" y="5733870"/>
                  <a:pt x="10323795" y="5702019"/>
                  <a:pt x="10270562" y="5730095"/>
                </a:cubicBezTo>
                <a:cubicBezTo>
                  <a:pt x="10217329" y="5758171"/>
                  <a:pt x="10140113" y="5726372"/>
                  <a:pt x="10015725" y="5730095"/>
                </a:cubicBezTo>
                <a:cubicBezTo>
                  <a:pt x="9891337" y="5733818"/>
                  <a:pt x="9650527" y="5660101"/>
                  <a:pt x="9310475" y="5730095"/>
                </a:cubicBezTo>
                <a:cubicBezTo>
                  <a:pt x="8970423" y="5800089"/>
                  <a:pt x="9033743" y="5689150"/>
                  <a:pt x="8943034" y="5730095"/>
                </a:cubicBezTo>
                <a:cubicBezTo>
                  <a:pt x="8852325" y="5771040"/>
                  <a:pt x="8496440" y="5679174"/>
                  <a:pt x="8237785" y="5730095"/>
                </a:cubicBezTo>
                <a:cubicBezTo>
                  <a:pt x="7979130" y="5781016"/>
                  <a:pt x="7999378" y="5712155"/>
                  <a:pt x="7870344" y="5730095"/>
                </a:cubicBezTo>
                <a:cubicBezTo>
                  <a:pt x="7741310" y="5748035"/>
                  <a:pt x="7517662" y="5688455"/>
                  <a:pt x="7165095" y="5730095"/>
                </a:cubicBezTo>
                <a:cubicBezTo>
                  <a:pt x="6812528" y="5771735"/>
                  <a:pt x="6675768" y="5702224"/>
                  <a:pt x="6347243" y="5730095"/>
                </a:cubicBezTo>
                <a:cubicBezTo>
                  <a:pt x="6018718" y="5757966"/>
                  <a:pt x="5897152" y="5683840"/>
                  <a:pt x="5754597" y="5730095"/>
                </a:cubicBezTo>
                <a:cubicBezTo>
                  <a:pt x="5612042" y="5776350"/>
                  <a:pt x="5381577" y="5691045"/>
                  <a:pt x="5274553" y="5730095"/>
                </a:cubicBezTo>
                <a:cubicBezTo>
                  <a:pt x="5167529" y="5769145"/>
                  <a:pt x="4736211" y="5649242"/>
                  <a:pt x="4569304" y="5730095"/>
                </a:cubicBezTo>
                <a:cubicBezTo>
                  <a:pt x="4402397" y="5810948"/>
                  <a:pt x="4346245" y="5695136"/>
                  <a:pt x="4201863" y="5730095"/>
                </a:cubicBezTo>
                <a:cubicBezTo>
                  <a:pt x="4057481" y="5765054"/>
                  <a:pt x="3830787" y="5704168"/>
                  <a:pt x="3721820" y="5730095"/>
                </a:cubicBezTo>
                <a:cubicBezTo>
                  <a:pt x="3612853" y="5756022"/>
                  <a:pt x="3411426" y="5707354"/>
                  <a:pt x="3241776" y="5730095"/>
                </a:cubicBezTo>
                <a:cubicBezTo>
                  <a:pt x="3072126" y="5752836"/>
                  <a:pt x="2913361" y="5715397"/>
                  <a:pt x="2761732" y="5730095"/>
                </a:cubicBezTo>
                <a:cubicBezTo>
                  <a:pt x="2610103" y="5744793"/>
                  <a:pt x="2550427" y="5726954"/>
                  <a:pt x="2394292" y="5730095"/>
                </a:cubicBezTo>
                <a:cubicBezTo>
                  <a:pt x="2238157" y="5733236"/>
                  <a:pt x="2198152" y="5720492"/>
                  <a:pt x="2139454" y="5730095"/>
                </a:cubicBezTo>
                <a:cubicBezTo>
                  <a:pt x="2080756" y="5739698"/>
                  <a:pt x="1646400" y="5684170"/>
                  <a:pt x="1321602" y="5730095"/>
                </a:cubicBezTo>
                <a:cubicBezTo>
                  <a:pt x="996804" y="5776020"/>
                  <a:pt x="1040734" y="5675282"/>
                  <a:pt x="841558" y="5730095"/>
                </a:cubicBezTo>
                <a:cubicBezTo>
                  <a:pt x="642382" y="5784908"/>
                  <a:pt x="228762" y="5689144"/>
                  <a:pt x="0" y="5730095"/>
                </a:cubicBezTo>
                <a:cubicBezTo>
                  <a:pt x="-51700" y="5474651"/>
                  <a:pt x="7323" y="5310981"/>
                  <a:pt x="0" y="5157086"/>
                </a:cubicBezTo>
                <a:cubicBezTo>
                  <a:pt x="-7323" y="5003191"/>
                  <a:pt x="9389" y="4822030"/>
                  <a:pt x="0" y="4641377"/>
                </a:cubicBezTo>
                <a:cubicBezTo>
                  <a:pt x="-9389" y="4460724"/>
                  <a:pt x="16635" y="4299998"/>
                  <a:pt x="0" y="4182969"/>
                </a:cubicBezTo>
                <a:cubicBezTo>
                  <a:pt x="-16635" y="4065940"/>
                  <a:pt x="20659" y="3812859"/>
                  <a:pt x="0" y="3552659"/>
                </a:cubicBezTo>
                <a:cubicBezTo>
                  <a:pt x="-20659" y="3292459"/>
                  <a:pt x="52960" y="3190157"/>
                  <a:pt x="0" y="3094251"/>
                </a:cubicBezTo>
                <a:cubicBezTo>
                  <a:pt x="-52960" y="2998345"/>
                  <a:pt x="6528" y="2731083"/>
                  <a:pt x="0" y="2521242"/>
                </a:cubicBezTo>
                <a:cubicBezTo>
                  <a:pt x="-6528" y="2311401"/>
                  <a:pt x="48359" y="2147495"/>
                  <a:pt x="0" y="1948232"/>
                </a:cubicBezTo>
                <a:cubicBezTo>
                  <a:pt x="-48359" y="1748969"/>
                  <a:pt x="66889" y="1604409"/>
                  <a:pt x="0" y="1375223"/>
                </a:cubicBezTo>
                <a:cubicBezTo>
                  <a:pt x="-66889" y="1146037"/>
                  <a:pt x="22518" y="1026875"/>
                  <a:pt x="0" y="916815"/>
                </a:cubicBezTo>
                <a:cubicBezTo>
                  <a:pt x="-22518" y="806755"/>
                  <a:pt x="52899" y="408733"/>
                  <a:pt x="0" y="0"/>
                </a:cubicBezTo>
                <a:close/>
              </a:path>
            </a:pathLst>
          </a:custGeom>
          <a:noFill/>
          <a:ln w="19050">
            <a:solidFill>
              <a:schemeClr val="accent2">
                <a:lumMod val="50000"/>
              </a:schemeClr>
            </a:solidFill>
            <a:extLst>
              <a:ext uri="{C807C97D-BFC1-408E-A445-0C87EB9F89A2}">
                <ask:lineSketchStyleProps xmlns:ask="http://schemas.microsoft.com/office/drawing/2018/sketchyshapes" sd="738941617">
                  <a:prstGeom prst="rect">
                    <a:avLst/>
                  </a:prstGeom>
                  <ask:type>
                    <ask:lineSketchScribble/>
                  </ask:type>
                </ask:lineSketchStyleProps>
              </a:ext>
            </a:extLst>
          </a:ln>
        </p:spPr>
        <p:txBody>
          <a:bodyPr wrap="square">
            <a:spAutoFit/>
          </a:bodyPr>
          <a:lstStyle/>
          <a:p>
            <a:pPr marL="742950" indent="-285750" algn="just">
              <a:lnSpc>
                <a:spcPct val="150000"/>
              </a:lnSpc>
              <a:spcAft>
                <a:spcPts val="800"/>
              </a:spcAft>
              <a:buFont typeface="Wingdings" panose="05000000000000000000" pitchFamily="2" charset="2"/>
              <a:buChar char="Ø"/>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By the end of the project, a fully working and easy-to-use MATLAB GUI will be developed, which will:</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257300" lvl="2" indent="-342900" algn="just">
              <a:lnSpc>
                <a:spcPct val="150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Let users upload and view any image.</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257300" lvl="2" indent="-342900" algn="just">
              <a:lnSpc>
                <a:spcPct val="150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Generate speckle noise with adjustable strength.</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257300" lvl="2" indent="-342900" algn="just">
              <a:lnSpc>
                <a:spcPct val="150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Add speckle noise to the image and show the result.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257300" lvl="2" indent="-342900" algn="just">
              <a:lnSpc>
                <a:spcPct val="150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Apply filtering methods to reduce the noise with adjustable filter size.</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257300" lvl="2" indent="-342900" algn="just">
              <a:lnSpc>
                <a:spcPct val="150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Display all stages clearly: original, noise pattern, noisy, and filtered images.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257300" lvl="2" indent="-342900" algn="just">
              <a:lnSpc>
                <a:spcPct val="150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Allow users to save the final noise-reduced image easily.</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257300" lvl="2" indent="-342900" algn="just">
              <a:lnSpc>
                <a:spcPct val="150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Provide real-time updates when changing noise or filter settings.</a:t>
            </a:r>
          </a:p>
        </p:txBody>
      </p:sp>
      <p:sp>
        <p:nvSpPr>
          <p:cNvPr id="4" name="Title 3">
            <a:extLst>
              <a:ext uri="{FF2B5EF4-FFF2-40B4-BE49-F238E27FC236}">
                <a16:creationId xmlns:a16="http://schemas.microsoft.com/office/drawing/2014/main" id="{79F0F21B-DD6A-7C35-8151-CF4A17E84D3C}"/>
              </a:ext>
            </a:extLst>
          </p:cNvPr>
          <p:cNvSpPr>
            <a:spLocks noGrp="1"/>
          </p:cNvSpPr>
          <p:nvPr>
            <p:ph type="title"/>
          </p:nvPr>
        </p:nvSpPr>
        <p:spPr>
          <a:xfrm>
            <a:off x="3678659" y="283722"/>
            <a:ext cx="4834682" cy="541852"/>
          </a:xfrm>
          <a:custGeom>
            <a:avLst/>
            <a:gdLst>
              <a:gd name="connsiteX0" fmla="*/ 0 w 4834682"/>
              <a:gd name="connsiteY0" fmla="*/ 0 h 541852"/>
              <a:gd name="connsiteX1" fmla="*/ 739016 w 4834682"/>
              <a:gd name="connsiteY1" fmla="*/ 0 h 541852"/>
              <a:gd name="connsiteX2" fmla="*/ 1478031 w 4834682"/>
              <a:gd name="connsiteY2" fmla="*/ 0 h 541852"/>
              <a:gd name="connsiteX3" fmla="*/ 2023660 w 4834682"/>
              <a:gd name="connsiteY3" fmla="*/ 0 h 541852"/>
              <a:gd name="connsiteX4" fmla="*/ 2617635 w 4834682"/>
              <a:gd name="connsiteY4" fmla="*/ 0 h 541852"/>
              <a:gd name="connsiteX5" fmla="*/ 3404997 w 4834682"/>
              <a:gd name="connsiteY5" fmla="*/ 0 h 541852"/>
              <a:gd name="connsiteX6" fmla="*/ 4095666 w 4834682"/>
              <a:gd name="connsiteY6" fmla="*/ 0 h 541852"/>
              <a:gd name="connsiteX7" fmla="*/ 4834682 w 4834682"/>
              <a:gd name="connsiteY7" fmla="*/ 0 h 541852"/>
              <a:gd name="connsiteX8" fmla="*/ 4834682 w 4834682"/>
              <a:gd name="connsiteY8" fmla="*/ 541852 h 541852"/>
              <a:gd name="connsiteX9" fmla="*/ 4047320 w 4834682"/>
              <a:gd name="connsiteY9" fmla="*/ 541852 h 541852"/>
              <a:gd name="connsiteX10" fmla="*/ 3308304 w 4834682"/>
              <a:gd name="connsiteY10" fmla="*/ 541852 h 541852"/>
              <a:gd name="connsiteX11" fmla="*/ 2520941 w 4834682"/>
              <a:gd name="connsiteY11" fmla="*/ 541852 h 541852"/>
              <a:gd name="connsiteX12" fmla="*/ 1926966 w 4834682"/>
              <a:gd name="connsiteY12" fmla="*/ 541852 h 541852"/>
              <a:gd name="connsiteX13" fmla="*/ 1284644 w 4834682"/>
              <a:gd name="connsiteY13" fmla="*/ 541852 h 541852"/>
              <a:gd name="connsiteX14" fmla="*/ 0 w 4834682"/>
              <a:gd name="connsiteY14" fmla="*/ 541852 h 541852"/>
              <a:gd name="connsiteX15" fmla="*/ 0 w 4834682"/>
              <a:gd name="connsiteY15" fmla="*/ 0 h 54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34682" h="541852" fill="none" extrusionOk="0">
                <a:moveTo>
                  <a:pt x="0" y="0"/>
                </a:moveTo>
                <a:cubicBezTo>
                  <a:pt x="248431" y="1162"/>
                  <a:pt x="446377" y="28329"/>
                  <a:pt x="739016" y="0"/>
                </a:cubicBezTo>
                <a:cubicBezTo>
                  <a:pt x="1031655" y="-28329"/>
                  <a:pt x="1278416" y="-4970"/>
                  <a:pt x="1478031" y="0"/>
                </a:cubicBezTo>
                <a:cubicBezTo>
                  <a:pt x="1677646" y="4970"/>
                  <a:pt x="1853626" y="-24433"/>
                  <a:pt x="2023660" y="0"/>
                </a:cubicBezTo>
                <a:cubicBezTo>
                  <a:pt x="2193694" y="24433"/>
                  <a:pt x="2469304" y="21412"/>
                  <a:pt x="2617635" y="0"/>
                </a:cubicBezTo>
                <a:cubicBezTo>
                  <a:pt x="2765967" y="-21412"/>
                  <a:pt x="3080602" y="-13610"/>
                  <a:pt x="3404997" y="0"/>
                </a:cubicBezTo>
                <a:cubicBezTo>
                  <a:pt x="3729392" y="13610"/>
                  <a:pt x="3938451" y="-12871"/>
                  <a:pt x="4095666" y="0"/>
                </a:cubicBezTo>
                <a:cubicBezTo>
                  <a:pt x="4252881" y="12871"/>
                  <a:pt x="4536409" y="-18733"/>
                  <a:pt x="4834682" y="0"/>
                </a:cubicBezTo>
                <a:cubicBezTo>
                  <a:pt x="4847010" y="251945"/>
                  <a:pt x="4821481" y="409512"/>
                  <a:pt x="4834682" y="541852"/>
                </a:cubicBezTo>
                <a:cubicBezTo>
                  <a:pt x="4596531" y="510268"/>
                  <a:pt x="4214259" y="533688"/>
                  <a:pt x="4047320" y="541852"/>
                </a:cubicBezTo>
                <a:cubicBezTo>
                  <a:pt x="3880381" y="550016"/>
                  <a:pt x="3528473" y="568338"/>
                  <a:pt x="3308304" y="541852"/>
                </a:cubicBezTo>
                <a:cubicBezTo>
                  <a:pt x="3088135" y="515366"/>
                  <a:pt x="2844940" y="549681"/>
                  <a:pt x="2520941" y="541852"/>
                </a:cubicBezTo>
                <a:cubicBezTo>
                  <a:pt x="2196942" y="534023"/>
                  <a:pt x="2173033" y="546092"/>
                  <a:pt x="1926966" y="541852"/>
                </a:cubicBezTo>
                <a:cubicBezTo>
                  <a:pt x="1680899" y="537612"/>
                  <a:pt x="1441483" y="567563"/>
                  <a:pt x="1284644" y="541852"/>
                </a:cubicBezTo>
                <a:cubicBezTo>
                  <a:pt x="1127805" y="516141"/>
                  <a:pt x="340671" y="478996"/>
                  <a:pt x="0" y="541852"/>
                </a:cubicBezTo>
                <a:cubicBezTo>
                  <a:pt x="-21551" y="280436"/>
                  <a:pt x="-16265" y="126508"/>
                  <a:pt x="0" y="0"/>
                </a:cubicBezTo>
                <a:close/>
              </a:path>
              <a:path w="4834682" h="541852" stroke="0" extrusionOk="0">
                <a:moveTo>
                  <a:pt x="0" y="0"/>
                </a:moveTo>
                <a:cubicBezTo>
                  <a:pt x="175648" y="-27667"/>
                  <a:pt x="532950" y="20598"/>
                  <a:pt x="787362" y="0"/>
                </a:cubicBezTo>
                <a:cubicBezTo>
                  <a:pt x="1041774" y="-20598"/>
                  <a:pt x="1148770" y="-21391"/>
                  <a:pt x="1429685" y="0"/>
                </a:cubicBezTo>
                <a:cubicBezTo>
                  <a:pt x="1710600" y="21391"/>
                  <a:pt x="1839427" y="4913"/>
                  <a:pt x="1975313" y="0"/>
                </a:cubicBezTo>
                <a:cubicBezTo>
                  <a:pt x="2111199" y="-4913"/>
                  <a:pt x="2492197" y="15802"/>
                  <a:pt x="2665982" y="0"/>
                </a:cubicBezTo>
                <a:cubicBezTo>
                  <a:pt x="2839767" y="-15802"/>
                  <a:pt x="3078404" y="11003"/>
                  <a:pt x="3356651" y="0"/>
                </a:cubicBezTo>
                <a:cubicBezTo>
                  <a:pt x="3634898" y="-11003"/>
                  <a:pt x="3865921" y="13505"/>
                  <a:pt x="3998973" y="0"/>
                </a:cubicBezTo>
                <a:cubicBezTo>
                  <a:pt x="4132025" y="-13505"/>
                  <a:pt x="4665170" y="-6905"/>
                  <a:pt x="4834682" y="0"/>
                </a:cubicBezTo>
                <a:cubicBezTo>
                  <a:pt x="4816274" y="119769"/>
                  <a:pt x="4829500" y="333233"/>
                  <a:pt x="4834682" y="541852"/>
                </a:cubicBezTo>
                <a:cubicBezTo>
                  <a:pt x="4636335" y="519773"/>
                  <a:pt x="4426298" y="515662"/>
                  <a:pt x="4289054" y="541852"/>
                </a:cubicBezTo>
                <a:cubicBezTo>
                  <a:pt x="4151810" y="568042"/>
                  <a:pt x="3921717" y="524659"/>
                  <a:pt x="3598385" y="541852"/>
                </a:cubicBezTo>
                <a:cubicBezTo>
                  <a:pt x="3275053" y="559045"/>
                  <a:pt x="3126288" y="563592"/>
                  <a:pt x="2859369" y="541852"/>
                </a:cubicBezTo>
                <a:cubicBezTo>
                  <a:pt x="2592450" y="520112"/>
                  <a:pt x="2325522" y="552404"/>
                  <a:pt x="2072007" y="541852"/>
                </a:cubicBezTo>
                <a:cubicBezTo>
                  <a:pt x="1818492" y="531300"/>
                  <a:pt x="1604462" y="563849"/>
                  <a:pt x="1332991" y="541852"/>
                </a:cubicBezTo>
                <a:cubicBezTo>
                  <a:pt x="1061520" y="519855"/>
                  <a:pt x="872328" y="543008"/>
                  <a:pt x="690669" y="541852"/>
                </a:cubicBezTo>
                <a:cubicBezTo>
                  <a:pt x="509010" y="540696"/>
                  <a:pt x="252931" y="573031"/>
                  <a:pt x="0" y="541852"/>
                </a:cubicBezTo>
                <a:cubicBezTo>
                  <a:pt x="-4931" y="362591"/>
                  <a:pt x="-3230" y="248374"/>
                  <a:pt x="0" y="0"/>
                </a:cubicBezTo>
                <a:close/>
              </a:path>
            </a:pathLst>
          </a:custGeom>
          <a:ln>
            <a:extLst>
              <a:ext uri="{C807C97D-BFC1-408E-A445-0C87EB9F89A2}">
                <ask:lineSketchStyleProps xmlns:ask="http://schemas.microsoft.com/office/drawing/2018/sketchyshapes" sd="3989574929">
                  <ask:type>
                    <ask:lineSketchFreehand/>
                  </ask:type>
                </ask:lineSketchStyleProps>
              </a:ext>
            </a:extLst>
          </a:ln>
        </p:spPr>
        <p:txBody>
          <a:bodyPr>
            <a:normAutofit fontScale="90000"/>
          </a:bodyPr>
          <a:lstStyle/>
          <a:p>
            <a:r>
              <a:rPr lang="en-US" sz="2800" b="1" dirty="0">
                <a:effectLst/>
                <a:latin typeface="Times New Roman" panose="02020603050405020304" pitchFamily="18" charset="0"/>
                <a:ea typeface="Times New Roman" panose="02020603050405020304" pitchFamily="18" charset="0"/>
              </a:rPr>
              <a:t>Expected Outcome</a:t>
            </a:r>
            <a:endParaRPr lang="en-US" dirty="0"/>
          </a:p>
        </p:txBody>
      </p:sp>
    </p:spTree>
    <p:extLst>
      <p:ext uri="{BB962C8B-B14F-4D97-AF65-F5344CB8AC3E}">
        <p14:creationId xmlns:p14="http://schemas.microsoft.com/office/powerpoint/2010/main" val="2563179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953BCFF6-BC52-46FE-48CC-7D5726C94D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97AC74-F87A-CDDA-2FC4-545F52DD60A6}"/>
              </a:ext>
            </a:extLst>
          </p:cNvPr>
          <p:cNvSpPr>
            <a:spLocks noGrp="1"/>
          </p:cNvSpPr>
          <p:nvPr>
            <p:ph type="title"/>
          </p:nvPr>
        </p:nvSpPr>
        <p:spPr>
          <a:xfrm>
            <a:off x="4887329" y="278267"/>
            <a:ext cx="2417341" cy="541852"/>
          </a:xfrm>
          <a:custGeom>
            <a:avLst/>
            <a:gdLst>
              <a:gd name="connsiteX0" fmla="*/ 0 w 2417341"/>
              <a:gd name="connsiteY0" fmla="*/ 0 h 541852"/>
              <a:gd name="connsiteX1" fmla="*/ 604335 w 2417341"/>
              <a:gd name="connsiteY1" fmla="*/ 0 h 541852"/>
              <a:gd name="connsiteX2" fmla="*/ 1257017 w 2417341"/>
              <a:gd name="connsiteY2" fmla="*/ 0 h 541852"/>
              <a:gd name="connsiteX3" fmla="*/ 2417341 w 2417341"/>
              <a:gd name="connsiteY3" fmla="*/ 0 h 541852"/>
              <a:gd name="connsiteX4" fmla="*/ 2417341 w 2417341"/>
              <a:gd name="connsiteY4" fmla="*/ 541852 h 541852"/>
              <a:gd name="connsiteX5" fmla="*/ 1813006 w 2417341"/>
              <a:gd name="connsiteY5" fmla="*/ 541852 h 541852"/>
              <a:gd name="connsiteX6" fmla="*/ 1184497 w 2417341"/>
              <a:gd name="connsiteY6" fmla="*/ 541852 h 541852"/>
              <a:gd name="connsiteX7" fmla="*/ 531815 w 2417341"/>
              <a:gd name="connsiteY7" fmla="*/ 541852 h 541852"/>
              <a:gd name="connsiteX8" fmla="*/ 0 w 2417341"/>
              <a:gd name="connsiteY8" fmla="*/ 541852 h 541852"/>
              <a:gd name="connsiteX9" fmla="*/ 0 w 2417341"/>
              <a:gd name="connsiteY9" fmla="*/ 0 h 54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7341" h="541852" fill="none" extrusionOk="0">
                <a:moveTo>
                  <a:pt x="0" y="0"/>
                </a:moveTo>
                <a:cubicBezTo>
                  <a:pt x="250252" y="-24397"/>
                  <a:pt x="314568" y="-17809"/>
                  <a:pt x="604335" y="0"/>
                </a:cubicBezTo>
                <a:cubicBezTo>
                  <a:pt x="894102" y="17809"/>
                  <a:pt x="960447" y="23447"/>
                  <a:pt x="1257017" y="0"/>
                </a:cubicBezTo>
                <a:cubicBezTo>
                  <a:pt x="1553587" y="-23447"/>
                  <a:pt x="2066445" y="-17074"/>
                  <a:pt x="2417341" y="0"/>
                </a:cubicBezTo>
                <a:cubicBezTo>
                  <a:pt x="2413104" y="216034"/>
                  <a:pt x="2443737" y="275424"/>
                  <a:pt x="2417341" y="541852"/>
                </a:cubicBezTo>
                <a:cubicBezTo>
                  <a:pt x="2130332" y="559070"/>
                  <a:pt x="2058983" y="546724"/>
                  <a:pt x="1813006" y="541852"/>
                </a:cubicBezTo>
                <a:cubicBezTo>
                  <a:pt x="1567030" y="536980"/>
                  <a:pt x="1368339" y="522945"/>
                  <a:pt x="1184497" y="541852"/>
                </a:cubicBezTo>
                <a:cubicBezTo>
                  <a:pt x="1000655" y="560759"/>
                  <a:pt x="730980" y="562355"/>
                  <a:pt x="531815" y="541852"/>
                </a:cubicBezTo>
                <a:cubicBezTo>
                  <a:pt x="332650" y="521349"/>
                  <a:pt x="179696" y="525719"/>
                  <a:pt x="0" y="541852"/>
                </a:cubicBezTo>
                <a:cubicBezTo>
                  <a:pt x="-27031" y="430688"/>
                  <a:pt x="-25909" y="123482"/>
                  <a:pt x="0" y="0"/>
                </a:cubicBezTo>
                <a:close/>
              </a:path>
              <a:path w="2417341" h="541852" stroke="0" extrusionOk="0">
                <a:moveTo>
                  <a:pt x="0" y="0"/>
                </a:moveTo>
                <a:cubicBezTo>
                  <a:pt x="247153" y="4681"/>
                  <a:pt x="320504" y="-6306"/>
                  <a:pt x="580162" y="0"/>
                </a:cubicBezTo>
                <a:cubicBezTo>
                  <a:pt x="839820" y="6306"/>
                  <a:pt x="1046054" y="27875"/>
                  <a:pt x="1208671" y="0"/>
                </a:cubicBezTo>
                <a:cubicBezTo>
                  <a:pt x="1371288" y="-27875"/>
                  <a:pt x="1540721" y="-7204"/>
                  <a:pt x="1764659" y="0"/>
                </a:cubicBezTo>
                <a:cubicBezTo>
                  <a:pt x="1988597" y="7204"/>
                  <a:pt x="2091464" y="12850"/>
                  <a:pt x="2417341" y="0"/>
                </a:cubicBezTo>
                <a:cubicBezTo>
                  <a:pt x="2431986" y="250972"/>
                  <a:pt x="2438047" y="317431"/>
                  <a:pt x="2417341" y="541852"/>
                </a:cubicBezTo>
                <a:cubicBezTo>
                  <a:pt x="2186778" y="563960"/>
                  <a:pt x="1984087" y="518723"/>
                  <a:pt x="1861353" y="541852"/>
                </a:cubicBezTo>
                <a:cubicBezTo>
                  <a:pt x="1738619" y="564981"/>
                  <a:pt x="1427550" y="552292"/>
                  <a:pt x="1305364" y="541852"/>
                </a:cubicBezTo>
                <a:cubicBezTo>
                  <a:pt x="1183178" y="531412"/>
                  <a:pt x="1012502" y="524255"/>
                  <a:pt x="749376" y="541852"/>
                </a:cubicBezTo>
                <a:cubicBezTo>
                  <a:pt x="486250" y="559449"/>
                  <a:pt x="261622" y="525982"/>
                  <a:pt x="0" y="541852"/>
                </a:cubicBezTo>
                <a:cubicBezTo>
                  <a:pt x="-5259" y="283571"/>
                  <a:pt x="21699" y="248721"/>
                  <a:pt x="0" y="0"/>
                </a:cubicBezTo>
                <a:close/>
              </a:path>
            </a:pathLst>
          </a:custGeom>
          <a:ln>
            <a:extLst>
              <a:ext uri="{C807C97D-BFC1-408E-A445-0C87EB9F89A2}">
                <ask:lineSketchStyleProps xmlns:ask="http://schemas.microsoft.com/office/drawing/2018/sketchyshapes" sd="31825359">
                  <ask:type>
                    <ask:lineSketchFreehand/>
                  </ask:type>
                </ask:lineSketchStyleProps>
              </a:ext>
            </a:extLst>
          </a:ln>
        </p:spPr>
        <p:txBody>
          <a:bodyPr>
            <a:normAutofit fontScale="90000"/>
          </a:bodyPr>
          <a:lstStyle/>
          <a:p>
            <a:r>
              <a:rPr lang="en-US" b="1" dirty="0">
                <a:latin typeface="Times New Roman" panose="02020603050405020304" pitchFamily="18" charset="0"/>
              </a:rPr>
              <a:t>results</a:t>
            </a:r>
            <a:endParaRPr lang="en-US" dirty="0"/>
          </a:p>
        </p:txBody>
      </p:sp>
      <p:pic>
        <p:nvPicPr>
          <p:cNvPr id="3" name="Picture 2">
            <a:extLst>
              <a:ext uri="{FF2B5EF4-FFF2-40B4-BE49-F238E27FC236}">
                <a16:creationId xmlns:a16="http://schemas.microsoft.com/office/drawing/2014/main" id="{96168024-4F06-6C97-4BF6-5671AA79D131}"/>
              </a:ext>
            </a:extLst>
          </p:cNvPr>
          <p:cNvPicPr>
            <a:picLocks noChangeAspect="1"/>
          </p:cNvPicPr>
          <p:nvPr/>
        </p:nvPicPr>
        <p:blipFill>
          <a:blip r:embed="rId2">
            <a:extLst>
              <a:ext uri="{28A0092B-C50C-407E-A947-70E740481C1C}">
                <a14:useLocalDpi xmlns:a14="http://schemas.microsoft.com/office/drawing/2010/main" val="0"/>
              </a:ext>
            </a:extLst>
          </a:blip>
          <a:srcRect l="77" t="16774" r="82634" b="32473"/>
          <a:stretch/>
        </p:blipFill>
        <p:spPr>
          <a:xfrm>
            <a:off x="447930" y="1531373"/>
            <a:ext cx="2104610" cy="3480620"/>
          </a:xfrm>
          <a:prstGeom prst="rect">
            <a:avLst/>
          </a:prstGeom>
        </p:spPr>
      </p:pic>
      <p:pic>
        <p:nvPicPr>
          <p:cNvPr id="6" name="Picture 5">
            <a:extLst>
              <a:ext uri="{FF2B5EF4-FFF2-40B4-BE49-F238E27FC236}">
                <a16:creationId xmlns:a16="http://schemas.microsoft.com/office/drawing/2014/main" id="{386D491A-7FE0-31BF-6343-A8CE13DBD7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3285" y="1178074"/>
            <a:ext cx="2048087" cy="2041991"/>
          </a:xfrm>
          <a:prstGeom prst="rect">
            <a:avLst/>
          </a:prstGeom>
        </p:spPr>
      </p:pic>
      <p:pic>
        <p:nvPicPr>
          <p:cNvPr id="8" name="Picture 7">
            <a:extLst>
              <a:ext uri="{FF2B5EF4-FFF2-40B4-BE49-F238E27FC236}">
                <a16:creationId xmlns:a16="http://schemas.microsoft.com/office/drawing/2014/main" id="{EED1552F-2F4E-4B11-43BB-6F746C3B8F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91373" y="1178073"/>
            <a:ext cx="2048087" cy="2041991"/>
          </a:xfrm>
          <a:prstGeom prst="rect">
            <a:avLst/>
          </a:prstGeom>
        </p:spPr>
      </p:pic>
      <p:pic>
        <p:nvPicPr>
          <p:cNvPr id="10" name="Picture 9">
            <a:extLst>
              <a:ext uri="{FF2B5EF4-FFF2-40B4-BE49-F238E27FC236}">
                <a16:creationId xmlns:a16="http://schemas.microsoft.com/office/drawing/2014/main" id="{FC92137B-D15E-0D35-A10C-75B720ADE1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63285" y="3994045"/>
            <a:ext cx="2035896" cy="2035896"/>
          </a:xfrm>
          <a:prstGeom prst="rect">
            <a:avLst/>
          </a:prstGeom>
        </p:spPr>
      </p:pic>
      <p:pic>
        <p:nvPicPr>
          <p:cNvPr id="12" name="Picture 11">
            <a:extLst>
              <a:ext uri="{FF2B5EF4-FFF2-40B4-BE49-F238E27FC236}">
                <a16:creationId xmlns:a16="http://schemas.microsoft.com/office/drawing/2014/main" id="{655FEA96-E487-09E9-E3EB-8F193E22AE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1373" y="3994045"/>
            <a:ext cx="2035896" cy="2035896"/>
          </a:xfrm>
          <a:prstGeom prst="rect">
            <a:avLst/>
          </a:prstGeom>
        </p:spPr>
      </p:pic>
      <p:sp>
        <p:nvSpPr>
          <p:cNvPr id="13" name="TextBox 12">
            <a:extLst>
              <a:ext uri="{FF2B5EF4-FFF2-40B4-BE49-F238E27FC236}">
                <a16:creationId xmlns:a16="http://schemas.microsoft.com/office/drawing/2014/main" id="{C9D0F2A6-64BB-0DE1-440F-BED2E015E0E1}"/>
              </a:ext>
            </a:extLst>
          </p:cNvPr>
          <p:cNvSpPr txBox="1"/>
          <p:nvPr/>
        </p:nvSpPr>
        <p:spPr>
          <a:xfrm>
            <a:off x="649851" y="993407"/>
            <a:ext cx="1533433" cy="369332"/>
          </a:xfrm>
          <a:prstGeom prst="rect">
            <a:avLst/>
          </a:prstGeom>
          <a:noFill/>
        </p:spPr>
        <p:txBody>
          <a:bodyPr wrap="none" rtlCol="0">
            <a:spAutoFit/>
          </a:bodyPr>
          <a:lstStyle/>
          <a:p>
            <a:r>
              <a:rPr lang="en-US" b="1" u="sng" dirty="0">
                <a:latin typeface="Times New Roman" panose="02020603050405020304" pitchFamily="18" charset="0"/>
                <a:cs typeface="Times New Roman" panose="02020603050405020304" pitchFamily="18" charset="0"/>
              </a:rPr>
              <a:t>GUI Controls</a:t>
            </a:r>
          </a:p>
        </p:txBody>
      </p:sp>
      <p:sp>
        <p:nvSpPr>
          <p:cNvPr id="14" name="TextBox 13">
            <a:extLst>
              <a:ext uri="{FF2B5EF4-FFF2-40B4-BE49-F238E27FC236}">
                <a16:creationId xmlns:a16="http://schemas.microsoft.com/office/drawing/2014/main" id="{AF0F5B6E-52B1-976F-30A6-A166B21F7013}"/>
              </a:ext>
            </a:extLst>
          </p:cNvPr>
          <p:cNvSpPr txBox="1"/>
          <p:nvPr/>
        </p:nvSpPr>
        <p:spPr>
          <a:xfrm>
            <a:off x="3920072" y="3271683"/>
            <a:ext cx="1922321"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1. Original Image</a:t>
            </a:r>
          </a:p>
        </p:txBody>
      </p:sp>
      <p:sp>
        <p:nvSpPr>
          <p:cNvPr id="15" name="TextBox 14">
            <a:extLst>
              <a:ext uri="{FF2B5EF4-FFF2-40B4-BE49-F238E27FC236}">
                <a16:creationId xmlns:a16="http://schemas.microsoft.com/office/drawing/2014/main" id="{0090270A-2F9E-DF9B-B24A-A5F8EE774D93}"/>
              </a:ext>
            </a:extLst>
          </p:cNvPr>
          <p:cNvSpPr txBox="1"/>
          <p:nvPr/>
        </p:nvSpPr>
        <p:spPr>
          <a:xfrm>
            <a:off x="7665843" y="3266146"/>
            <a:ext cx="1973617"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2. Speckle Pattern</a:t>
            </a:r>
          </a:p>
        </p:txBody>
      </p:sp>
      <p:sp>
        <p:nvSpPr>
          <p:cNvPr id="16" name="TextBox 15">
            <a:extLst>
              <a:ext uri="{FF2B5EF4-FFF2-40B4-BE49-F238E27FC236}">
                <a16:creationId xmlns:a16="http://schemas.microsoft.com/office/drawing/2014/main" id="{6A6D622E-E74F-28CC-B4D3-A757C3C80CAF}"/>
              </a:ext>
            </a:extLst>
          </p:cNvPr>
          <p:cNvSpPr txBox="1"/>
          <p:nvPr/>
        </p:nvSpPr>
        <p:spPr>
          <a:xfrm>
            <a:off x="3989051" y="6029941"/>
            <a:ext cx="164019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3. Noisy Image</a:t>
            </a:r>
          </a:p>
        </p:txBody>
      </p:sp>
      <p:sp>
        <p:nvSpPr>
          <p:cNvPr id="17" name="TextBox 16">
            <a:extLst>
              <a:ext uri="{FF2B5EF4-FFF2-40B4-BE49-F238E27FC236}">
                <a16:creationId xmlns:a16="http://schemas.microsoft.com/office/drawing/2014/main" id="{61FD4D48-D9CC-4CCE-1DC7-FE717D867D38}"/>
              </a:ext>
            </a:extLst>
          </p:cNvPr>
          <p:cNvSpPr txBox="1"/>
          <p:nvPr/>
        </p:nvSpPr>
        <p:spPr>
          <a:xfrm>
            <a:off x="7591373" y="6029941"/>
            <a:ext cx="186685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4. Filtered Image</a:t>
            </a:r>
          </a:p>
        </p:txBody>
      </p:sp>
    </p:spTree>
    <p:extLst>
      <p:ext uri="{BB962C8B-B14F-4D97-AF65-F5344CB8AC3E}">
        <p14:creationId xmlns:p14="http://schemas.microsoft.com/office/powerpoint/2010/main" val="3388481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54E5D2FB-D513-15A8-AD82-F75F82EBC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677AE-75BC-45D0-BF62-74F336C6AFDA}"/>
              </a:ext>
            </a:extLst>
          </p:cNvPr>
          <p:cNvSpPr>
            <a:spLocks noGrp="1"/>
          </p:cNvSpPr>
          <p:nvPr>
            <p:ph type="title"/>
          </p:nvPr>
        </p:nvSpPr>
        <p:spPr>
          <a:xfrm>
            <a:off x="4440938" y="308053"/>
            <a:ext cx="3493694" cy="521208"/>
          </a:xfrm>
          <a:custGeom>
            <a:avLst/>
            <a:gdLst>
              <a:gd name="connsiteX0" fmla="*/ 0 w 3493694"/>
              <a:gd name="connsiteY0" fmla="*/ 0 h 521208"/>
              <a:gd name="connsiteX1" fmla="*/ 733676 w 3493694"/>
              <a:gd name="connsiteY1" fmla="*/ 0 h 521208"/>
              <a:gd name="connsiteX2" fmla="*/ 1362541 w 3493694"/>
              <a:gd name="connsiteY2" fmla="*/ 0 h 521208"/>
              <a:gd name="connsiteX3" fmla="*/ 1956469 w 3493694"/>
              <a:gd name="connsiteY3" fmla="*/ 0 h 521208"/>
              <a:gd name="connsiteX4" fmla="*/ 2550397 w 3493694"/>
              <a:gd name="connsiteY4" fmla="*/ 0 h 521208"/>
              <a:gd name="connsiteX5" fmla="*/ 3493694 w 3493694"/>
              <a:gd name="connsiteY5" fmla="*/ 0 h 521208"/>
              <a:gd name="connsiteX6" fmla="*/ 3493694 w 3493694"/>
              <a:gd name="connsiteY6" fmla="*/ 521208 h 521208"/>
              <a:gd name="connsiteX7" fmla="*/ 2794955 w 3493694"/>
              <a:gd name="connsiteY7" fmla="*/ 521208 h 521208"/>
              <a:gd name="connsiteX8" fmla="*/ 2166090 w 3493694"/>
              <a:gd name="connsiteY8" fmla="*/ 521208 h 521208"/>
              <a:gd name="connsiteX9" fmla="*/ 1537225 w 3493694"/>
              <a:gd name="connsiteY9" fmla="*/ 521208 h 521208"/>
              <a:gd name="connsiteX10" fmla="*/ 803550 w 3493694"/>
              <a:gd name="connsiteY10" fmla="*/ 521208 h 521208"/>
              <a:gd name="connsiteX11" fmla="*/ 0 w 3493694"/>
              <a:gd name="connsiteY11" fmla="*/ 521208 h 521208"/>
              <a:gd name="connsiteX12" fmla="*/ 0 w 3493694"/>
              <a:gd name="connsiteY12" fmla="*/ 0 h 5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93694" h="521208" fill="none" extrusionOk="0">
                <a:moveTo>
                  <a:pt x="0" y="0"/>
                </a:moveTo>
                <a:cubicBezTo>
                  <a:pt x="262405" y="-24893"/>
                  <a:pt x="561520" y="-36033"/>
                  <a:pt x="733676" y="0"/>
                </a:cubicBezTo>
                <a:cubicBezTo>
                  <a:pt x="905832" y="36033"/>
                  <a:pt x="1192986" y="19487"/>
                  <a:pt x="1362541" y="0"/>
                </a:cubicBezTo>
                <a:cubicBezTo>
                  <a:pt x="1532096" y="-19487"/>
                  <a:pt x="1783559" y="8788"/>
                  <a:pt x="1956469" y="0"/>
                </a:cubicBezTo>
                <a:cubicBezTo>
                  <a:pt x="2129379" y="-8788"/>
                  <a:pt x="2425192" y="-24166"/>
                  <a:pt x="2550397" y="0"/>
                </a:cubicBezTo>
                <a:cubicBezTo>
                  <a:pt x="2675602" y="24166"/>
                  <a:pt x="3104392" y="-25403"/>
                  <a:pt x="3493694" y="0"/>
                </a:cubicBezTo>
                <a:cubicBezTo>
                  <a:pt x="3489173" y="207302"/>
                  <a:pt x="3505664" y="281787"/>
                  <a:pt x="3493694" y="521208"/>
                </a:cubicBezTo>
                <a:cubicBezTo>
                  <a:pt x="3329325" y="515192"/>
                  <a:pt x="2940936" y="517107"/>
                  <a:pt x="2794955" y="521208"/>
                </a:cubicBezTo>
                <a:cubicBezTo>
                  <a:pt x="2648974" y="525309"/>
                  <a:pt x="2441344" y="549512"/>
                  <a:pt x="2166090" y="521208"/>
                </a:cubicBezTo>
                <a:cubicBezTo>
                  <a:pt x="1890837" y="492904"/>
                  <a:pt x="1798871" y="522480"/>
                  <a:pt x="1537225" y="521208"/>
                </a:cubicBezTo>
                <a:cubicBezTo>
                  <a:pt x="1275580" y="519936"/>
                  <a:pt x="1106905" y="550863"/>
                  <a:pt x="803550" y="521208"/>
                </a:cubicBezTo>
                <a:cubicBezTo>
                  <a:pt x="500196" y="491553"/>
                  <a:pt x="199734" y="488995"/>
                  <a:pt x="0" y="521208"/>
                </a:cubicBezTo>
                <a:cubicBezTo>
                  <a:pt x="-7656" y="363419"/>
                  <a:pt x="-11723" y="160089"/>
                  <a:pt x="0" y="0"/>
                </a:cubicBezTo>
                <a:close/>
              </a:path>
              <a:path w="3493694" h="521208" stroke="0" extrusionOk="0">
                <a:moveTo>
                  <a:pt x="0" y="0"/>
                </a:moveTo>
                <a:cubicBezTo>
                  <a:pt x="157941" y="27707"/>
                  <a:pt x="412809" y="-7183"/>
                  <a:pt x="593928" y="0"/>
                </a:cubicBezTo>
                <a:cubicBezTo>
                  <a:pt x="775047" y="7183"/>
                  <a:pt x="987590" y="-28107"/>
                  <a:pt x="1187856" y="0"/>
                </a:cubicBezTo>
                <a:cubicBezTo>
                  <a:pt x="1388122" y="28107"/>
                  <a:pt x="1678372" y="-18610"/>
                  <a:pt x="1851658" y="0"/>
                </a:cubicBezTo>
                <a:cubicBezTo>
                  <a:pt x="2024944" y="18610"/>
                  <a:pt x="2184884" y="-12862"/>
                  <a:pt x="2480523" y="0"/>
                </a:cubicBezTo>
                <a:cubicBezTo>
                  <a:pt x="2776163" y="12862"/>
                  <a:pt x="3045746" y="2576"/>
                  <a:pt x="3493694" y="0"/>
                </a:cubicBezTo>
                <a:cubicBezTo>
                  <a:pt x="3468240" y="219185"/>
                  <a:pt x="3518453" y="274443"/>
                  <a:pt x="3493694" y="521208"/>
                </a:cubicBezTo>
                <a:cubicBezTo>
                  <a:pt x="3250546" y="534595"/>
                  <a:pt x="3101744" y="500380"/>
                  <a:pt x="2829892" y="521208"/>
                </a:cubicBezTo>
                <a:cubicBezTo>
                  <a:pt x="2558040" y="542036"/>
                  <a:pt x="2382007" y="539890"/>
                  <a:pt x="2061279" y="521208"/>
                </a:cubicBezTo>
                <a:cubicBezTo>
                  <a:pt x="1740551" y="502526"/>
                  <a:pt x="1631664" y="536625"/>
                  <a:pt x="1397478" y="521208"/>
                </a:cubicBezTo>
                <a:cubicBezTo>
                  <a:pt x="1163292" y="505791"/>
                  <a:pt x="999025" y="498147"/>
                  <a:pt x="628865" y="521208"/>
                </a:cubicBezTo>
                <a:cubicBezTo>
                  <a:pt x="258705" y="544269"/>
                  <a:pt x="225851" y="498047"/>
                  <a:pt x="0" y="521208"/>
                </a:cubicBezTo>
                <a:cubicBezTo>
                  <a:pt x="-14659" y="414783"/>
                  <a:pt x="22902" y="169097"/>
                  <a:pt x="0" y="0"/>
                </a:cubicBezTo>
                <a:close/>
              </a:path>
            </a:pathLst>
          </a:custGeom>
          <a:ln>
            <a:extLst>
              <a:ext uri="{C807C97D-BFC1-408E-A445-0C87EB9F89A2}">
                <ask:lineSketchStyleProps xmlns:ask="http://schemas.microsoft.com/office/drawing/2018/sketchyshapes" sd="1048302887">
                  <ask:type>
                    <ask:lineSketchFreehand/>
                  </ask:type>
                </ask:lineSketchStyleProps>
              </a:ext>
            </a:extLst>
          </a:ln>
        </p:spPr>
        <p:txBody>
          <a:bodyPr>
            <a:normAutofit fontScale="90000"/>
          </a:bodyPr>
          <a:lstStyle/>
          <a:p>
            <a:r>
              <a:rPr lang="en-US" sz="2800" b="1" dirty="0">
                <a:effectLst/>
                <a:latin typeface="Times New Roman" panose="02020603050405020304" pitchFamily="18" charset="0"/>
                <a:ea typeface="Times New Roman" panose="02020603050405020304" pitchFamily="18" charset="0"/>
              </a:rPr>
              <a:t>Future Scope</a:t>
            </a:r>
            <a:endParaRPr lang="en-US" dirty="0"/>
          </a:p>
        </p:txBody>
      </p:sp>
      <p:sp>
        <p:nvSpPr>
          <p:cNvPr id="4" name="Rectangle 1">
            <a:extLst>
              <a:ext uri="{FF2B5EF4-FFF2-40B4-BE49-F238E27FC236}">
                <a16:creationId xmlns:a16="http://schemas.microsoft.com/office/drawing/2014/main" id="{7FF3A656-EAA1-706C-7253-BA25CF53FE3B}"/>
              </a:ext>
            </a:extLst>
          </p:cNvPr>
          <p:cNvSpPr>
            <a:spLocks noChangeArrowheads="1"/>
          </p:cNvSpPr>
          <p:nvPr/>
        </p:nvSpPr>
        <p:spPr bwMode="auto">
          <a:xfrm>
            <a:off x="176575" y="1193731"/>
            <a:ext cx="11838850" cy="5011949"/>
          </a:xfrm>
          <a:custGeom>
            <a:avLst/>
            <a:gdLst>
              <a:gd name="connsiteX0" fmla="*/ 0 w 11838850"/>
              <a:gd name="connsiteY0" fmla="*/ 0 h 5011949"/>
              <a:gd name="connsiteX1" fmla="*/ 236777 w 11838850"/>
              <a:gd name="connsiteY1" fmla="*/ 0 h 5011949"/>
              <a:gd name="connsiteX2" fmla="*/ 947108 w 11838850"/>
              <a:gd name="connsiteY2" fmla="*/ 0 h 5011949"/>
              <a:gd name="connsiteX3" fmla="*/ 1302274 w 11838850"/>
              <a:gd name="connsiteY3" fmla="*/ 0 h 5011949"/>
              <a:gd name="connsiteX4" fmla="*/ 1657439 w 11838850"/>
              <a:gd name="connsiteY4" fmla="*/ 0 h 5011949"/>
              <a:gd name="connsiteX5" fmla="*/ 2486159 w 11838850"/>
              <a:gd name="connsiteY5" fmla="*/ 0 h 5011949"/>
              <a:gd name="connsiteX6" fmla="*/ 3196490 w 11838850"/>
              <a:gd name="connsiteY6" fmla="*/ 0 h 5011949"/>
              <a:gd name="connsiteX7" fmla="*/ 3433267 w 11838850"/>
              <a:gd name="connsiteY7" fmla="*/ 0 h 5011949"/>
              <a:gd name="connsiteX8" fmla="*/ 4261986 w 11838850"/>
              <a:gd name="connsiteY8" fmla="*/ 0 h 5011949"/>
              <a:gd name="connsiteX9" fmla="*/ 4617152 w 11838850"/>
              <a:gd name="connsiteY9" fmla="*/ 0 h 5011949"/>
              <a:gd name="connsiteX10" fmla="*/ 4853929 w 11838850"/>
              <a:gd name="connsiteY10" fmla="*/ 0 h 5011949"/>
              <a:gd name="connsiteX11" fmla="*/ 5445871 w 11838850"/>
              <a:gd name="connsiteY11" fmla="*/ 0 h 5011949"/>
              <a:gd name="connsiteX12" fmla="*/ 5801037 w 11838850"/>
              <a:gd name="connsiteY12" fmla="*/ 0 h 5011949"/>
              <a:gd name="connsiteX13" fmla="*/ 6511368 w 11838850"/>
              <a:gd name="connsiteY13" fmla="*/ 0 h 5011949"/>
              <a:gd name="connsiteX14" fmla="*/ 7221699 w 11838850"/>
              <a:gd name="connsiteY14" fmla="*/ 0 h 5011949"/>
              <a:gd name="connsiteX15" fmla="*/ 8050418 w 11838850"/>
              <a:gd name="connsiteY15" fmla="*/ 0 h 5011949"/>
              <a:gd name="connsiteX16" fmla="*/ 8879138 w 11838850"/>
              <a:gd name="connsiteY16" fmla="*/ 0 h 5011949"/>
              <a:gd name="connsiteX17" fmla="*/ 9589469 w 11838850"/>
              <a:gd name="connsiteY17" fmla="*/ 0 h 5011949"/>
              <a:gd name="connsiteX18" fmla="*/ 10299800 w 11838850"/>
              <a:gd name="connsiteY18" fmla="*/ 0 h 5011949"/>
              <a:gd name="connsiteX19" fmla="*/ 10536577 w 11838850"/>
              <a:gd name="connsiteY19" fmla="*/ 0 h 5011949"/>
              <a:gd name="connsiteX20" fmla="*/ 11010131 w 11838850"/>
              <a:gd name="connsiteY20" fmla="*/ 0 h 5011949"/>
              <a:gd name="connsiteX21" fmla="*/ 11838850 w 11838850"/>
              <a:gd name="connsiteY21" fmla="*/ 0 h 5011949"/>
              <a:gd name="connsiteX22" fmla="*/ 11838850 w 11838850"/>
              <a:gd name="connsiteY22" fmla="*/ 406525 h 5011949"/>
              <a:gd name="connsiteX23" fmla="*/ 11838850 w 11838850"/>
              <a:gd name="connsiteY23" fmla="*/ 963408 h 5011949"/>
              <a:gd name="connsiteX24" fmla="*/ 11838850 w 11838850"/>
              <a:gd name="connsiteY24" fmla="*/ 1369933 h 5011949"/>
              <a:gd name="connsiteX25" fmla="*/ 11838850 w 11838850"/>
              <a:gd name="connsiteY25" fmla="*/ 2027055 h 5011949"/>
              <a:gd name="connsiteX26" fmla="*/ 11838850 w 11838850"/>
              <a:gd name="connsiteY26" fmla="*/ 2433580 h 5011949"/>
              <a:gd name="connsiteX27" fmla="*/ 11838850 w 11838850"/>
              <a:gd name="connsiteY27" fmla="*/ 3090702 h 5011949"/>
              <a:gd name="connsiteX28" fmla="*/ 11838850 w 11838850"/>
              <a:gd name="connsiteY28" fmla="*/ 3697705 h 5011949"/>
              <a:gd name="connsiteX29" fmla="*/ 11838850 w 11838850"/>
              <a:gd name="connsiteY29" fmla="*/ 4254588 h 5011949"/>
              <a:gd name="connsiteX30" fmla="*/ 11838850 w 11838850"/>
              <a:gd name="connsiteY30" fmla="*/ 5011949 h 5011949"/>
              <a:gd name="connsiteX31" fmla="*/ 11483685 w 11838850"/>
              <a:gd name="connsiteY31" fmla="*/ 5011949 h 5011949"/>
              <a:gd name="connsiteX32" fmla="*/ 10654965 w 11838850"/>
              <a:gd name="connsiteY32" fmla="*/ 5011949 h 5011949"/>
              <a:gd name="connsiteX33" fmla="*/ 10181411 w 11838850"/>
              <a:gd name="connsiteY33" fmla="*/ 5011949 h 5011949"/>
              <a:gd name="connsiteX34" fmla="*/ 9707857 w 11838850"/>
              <a:gd name="connsiteY34" fmla="*/ 5011949 h 5011949"/>
              <a:gd name="connsiteX35" fmla="*/ 9234303 w 11838850"/>
              <a:gd name="connsiteY35" fmla="*/ 5011949 h 5011949"/>
              <a:gd name="connsiteX36" fmla="*/ 8523972 w 11838850"/>
              <a:gd name="connsiteY36" fmla="*/ 5011949 h 5011949"/>
              <a:gd name="connsiteX37" fmla="*/ 7932029 w 11838850"/>
              <a:gd name="connsiteY37" fmla="*/ 5011949 h 5011949"/>
              <a:gd name="connsiteX38" fmla="*/ 7576864 w 11838850"/>
              <a:gd name="connsiteY38" fmla="*/ 5011949 h 5011949"/>
              <a:gd name="connsiteX39" fmla="*/ 6748144 w 11838850"/>
              <a:gd name="connsiteY39" fmla="*/ 5011949 h 5011949"/>
              <a:gd name="connsiteX40" fmla="*/ 6392979 w 11838850"/>
              <a:gd name="connsiteY40" fmla="*/ 5011949 h 5011949"/>
              <a:gd name="connsiteX41" fmla="*/ 6156202 w 11838850"/>
              <a:gd name="connsiteY41" fmla="*/ 5011949 h 5011949"/>
              <a:gd name="connsiteX42" fmla="*/ 5564259 w 11838850"/>
              <a:gd name="connsiteY42" fmla="*/ 5011949 h 5011949"/>
              <a:gd name="connsiteX43" fmla="*/ 4972317 w 11838850"/>
              <a:gd name="connsiteY43" fmla="*/ 5011949 h 5011949"/>
              <a:gd name="connsiteX44" fmla="*/ 4261986 w 11838850"/>
              <a:gd name="connsiteY44" fmla="*/ 5011949 h 5011949"/>
              <a:gd name="connsiteX45" fmla="*/ 3433266 w 11838850"/>
              <a:gd name="connsiteY45" fmla="*/ 5011949 h 5011949"/>
              <a:gd name="connsiteX46" fmla="*/ 3196489 w 11838850"/>
              <a:gd name="connsiteY46" fmla="*/ 5011949 h 5011949"/>
              <a:gd name="connsiteX47" fmla="*/ 2722935 w 11838850"/>
              <a:gd name="connsiteY47" fmla="*/ 5011949 h 5011949"/>
              <a:gd name="connsiteX48" fmla="*/ 2249381 w 11838850"/>
              <a:gd name="connsiteY48" fmla="*/ 5011949 h 5011949"/>
              <a:gd name="connsiteX49" fmla="*/ 1894216 w 11838850"/>
              <a:gd name="connsiteY49" fmla="*/ 5011949 h 5011949"/>
              <a:gd name="connsiteX50" fmla="*/ 1420662 w 11838850"/>
              <a:gd name="connsiteY50" fmla="*/ 5011949 h 5011949"/>
              <a:gd name="connsiteX51" fmla="*/ 947108 w 11838850"/>
              <a:gd name="connsiteY51" fmla="*/ 5011949 h 5011949"/>
              <a:gd name="connsiteX52" fmla="*/ 0 w 11838850"/>
              <a:gd name="connsiteY52" fmla="*/ 5011949 h 5011949"/>
              <a:gd name="connsiteX53" fmla="*/ 0 w 11838850"/>
              <a:gd name="connsiteY53" fmla="*/ 4555305 h 5011949"/>
              <a:gd name="connsiteX54" fmla="*/ 0 w 11838850"/>
              <a:gd name="connsiteY54" fmla="*/ 4098661 h 5011949"/>
              <a:gd name="connsiteX55" fmla="*/ 0 w 11838850"/>
              <a:gd name="connsiteY55" fmla="*/ 3441538 h 5011949"/>
              <a:gd name="connsiteX56" fmla="*/ 0 w 11838850"/>
              <a:gd name="connsiteY56" fmla="*/ 2784416 h 5011949"/>
              <a:gd name="connsiteX57" fmla="*/ 0 w 11838850"/>
              <a:gd name="connsiteY57" fmla="*/ 2377891 h 5011949"/>
              <a:gd name="connsiteX58" fmla="*/ 0 w 11838850"/>
              <a:gd name="connsiteY58" fmla="*/ 1871128 h 5011949"/>
              <a:gd name="connsiteX59" fmla="*/ 0 w 11838850"/>
              <a:gd name="connsiteY59" fmla="*/ 1414483 h 5011949"/>
              <a:gd name="connsiteX60" fmla="*/ 0 w 11838850"/>
              <a:gd name="connsiteY60" fmla="*/ 1007959 h 5011949"/>
              <a:gd name="connsiteX61" fmla="*/ 0 w 11838850"/>
              <a:gd name="connsiteY61" fmla="*/ 501195 h 5011949"/>
              <a:gd name="connsiteX62" fmla="*/ 0 w 11838850"/>
              <a:gd name="connsiteY62" fmla="*/ 0 h 501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838850" h="5011949" extrusionOk="0">
                <a:moveTo>
                  <a:pt x="0" y="0"/>
                </a:moveTo>
                <a:cubicBezTo>
                  <a:pt x="115773" y="-3736"/>
                  <a:pt x="187689" y="17101"/>
                  <a:pt x="236777" y="0"/>
                </a:cubicBezTo>
                <a:cubicBezTo>
                  <a:pt x="285865" y="-17101"/>
                  <a:pt x="762823" y="69427"/>
                  <a:pt x="947108" y="0"/>
                </a:cubicBezTo>
                <a:cubicBezTo>
                  <a:pt x="1131393" y="-69427"/>
                  <a:pt x="1134359" y="3486"/>
                  <a:pt x="1302274" y="0"/>
                </a:cubicBezTo>
                <a:cubicBezTo>
                  <a:pt x="1470189" y="-3486"/>
                  <a:pt x="1503568" y="37463"/>
                  <a:pt x="1657439" y="0"/>
                </a:cubicBezTo>
                <a:cubicBezTo>
                  <a:pt x="1811310" y="-37463"/>
                  <a:pt x="2282157" y="91714"/>
                  <a:pt x="2486159" y="0"/>
                </a:cubicBezTo>
                <a:cubicBezTo>
                  <a:pt x="2690161" y="-91714"/>
                  <a:pt x="2912616" y="12702"/>
                  <a:pt x="3196490" y="0"/>
                </a:cubicBezTo>
                <a:cubicBezTo>
                  <a:pt x="3480364" y="-12702"/>
                  <a:pt x="3330818" y="8650"/>
                  <a:pt x="3433267" y="0"/>
                </a:cubicBezTo>
                <a:cubicBezTo>
                  <a:pt x="3535716" y="-8650"/>
                  <a:pt x="3946328" y="96069"/>
                  <a:pt x="4261986" y="0"/>
                </a:cubicBezTo>
                <a:cubicBezTo>
                  <a:pt x="4577644" y="-96069"/>
                  <a:pt x="4473099" y="5532"/>
                  <a:pt x="4617152" y="0"/>
                </a:cubicBezTo>
                <a:cubicBezTo>
                  <a:pt x="4761205" y="-5532"/>
                  <a:pt x="4759491" y="23566"/>
                  <a:pt x="4853929" y="0"/>
                </a:cubicBezTo>
                <a:cubicBezTo>
                  <a:pt x="4948367" y="-23566"/>
                  <a:pt x="5294632" y="9908"/>
                  <a:pt x="5445871" y="0"/>
                </a:cubicBezTo>
                <a:cubicBezTo>
                  <a:pt x="5597110" y="-9908"/>
                  <a:pt x="5677041" y="18354"/>
                  <a:pt x="5801037" y="0"/>
                </a:cubicBezTo>
                <a:cubicBezTo>
                  <a:pt x="5925033" y="-18354"/>
                  <a:pt x="6328295" y="25147"/>
                  <a:pt x="6511368" y="0"/>
                </a:cubicBezTo>
                <a:cubicBezTo>
                  <a:pt x="6694441" y="-25147"/>
                  <a:pt x="6948435" y="12697"/>
                  <a:pt x="7221699" y="0"/>
                </a:cubicBezTo>
                <a:cubicBezTo>
                  <a:pt x="7494963" y="-12697"/>
                  <a:pt x="7727654" y="28956"/>
                  <a:pt x="8050418" y="0"/>
                </a:cubicBezTo>
                <a:cubicBezTo>
                  <a:pt x="8373182" y="-28956"/>
                  <a:pt x="8640607" y="89760"/>
                  <a:pt x="8879138" y="0"/>
                </a:cubicBezTo>
                <a:cubicBezTo>
                  <a:pt x="9117669" y="-89760"/>
                  <a:pt x="9243137" y="1886"/>
                  <a:pt x="9589469" y="0"/>
                </a:cubicBezTo>
                <a:cubicBezTo>
                  <a:pt x="9935801" y="-1886"/>
                  <a:pt x="10110671" y="15947"/>
                  <a:pt x="10299800" y="0"/>
                </a:cubicBezTo>
                <a:cubicBezTo>
                  <a:pt x="10488929" y="-15947"/>
                  <a:pt x="10478536" y="3851"/>
                  <a:pt x="10536577" y="0"/>
                </a:cubicBezTo>
                <a:cubicBezTo>
                  <a:pt x="10594618" y="-3851"/>
                  <a:pt x="10830987" y="15770"/>
                  <a:pt x="11010131" y="0"/>
                </a:cubicBezTo>
                <a:cubicBezTo>
                  <a:pt x="11189275" y="-15770"/>
                  <a:pt x="11589748" y="83938"/>
                  <a:pt x="11838850" y="0"/>
                </a:cubicBezTo>
                <a:cubicBezTo>
                  <a:pt x="11870978" y="103556"/>
                  <a:pt x="11829255" y="321982"/>
                  <a:pt x="11838850" y="406525"/>
                </a:cubicBezTo>
                <a:cubicBezTo>
                  <a:pt x="11848445" y="491069"/>
                  <a:pt x="11834589" y="715820"/>
                  <a:pt x="11838850" y="963408"/>
                </a:cubicBezTo>
                <a:cubicBezTo>
                  <a:pt x="11843111" y="1210996"/>
                  <a:pt x="11829601" y="1260793"/>
                  <a:pt x="11838850" y="1369933"/>
                </a:cubicBezTo>
                <a:cubicBezTo>
                  <a:pt x="11848099" y="1479074"/>
                  <a:pt x="11800296" y="1809531"/>
                  <a:pt x="11838850" y="2027055"/>
                </a:cubicBezTo>
                <a:cubicBezTo>
                  <a:pt x="11877404" y="2244579"/>
                  <a:pt x="11835866" y="2312040"/>
                  <a:pt x="11838850" y="2433580"/>
                </a:cubicBezTo>
                <a:cubicBezTo>
                  <a:pt x="11841834" y="2555121"/>
                  <a:pt x="11793060" y="2937774"/>
                  <a:pt x="11838850" y="3090702"/>
                </a:cubicBezTo>
                <a:cubicBezTo>
                  <a:pt x="11884640" y="3243630"/>
                  <a:pt x="11794723" y="3437700"/>
                  <a:pt x="11838850" y="3697705"/>
                </a:cubicBezTo>
                <a:cubicBezTo>
                  <a:pt x="11882977" y="3957710"/>
                  <a:pt x="11808656" y="3978150"/>
                  <a:pt x="11838850" y="4254588"/>
                </a:cubicBezTo>
                <a:cubicBezTo>
                  <a:pt x="11869044" y="4531026"/>
                  <a:pt x="11749091" y="4808730"/>
                  <a:pt x="11838850" y="5011949"/>
                </a:cubicBezTo>
                <a:cubicBezTo>
                  <a:pt x="11694664" y="5038174"/>
                  <a:pt x="11642863" y="5007042"/>
                  <a:pt x="11483685" y="5011949"/>
                </a:cubicBezTo>
                <a:cubicBezTo>
                  <a:pt x="11324508" y="5016856"/>
                  <a:pt x="10983416" y="4912798"/>
                  <a:pt x="10654965" y="5011949"/>
                </a:cubicBezTo>
                <a:cubicBezTo>
                  <a:pt x="10326514" y="5111100"/>
                  <a:pt x="10325802" y="4998435"/>
                  <a:pt x="10181411" y="5011949"/>
                </a:cubicBezTo>
                <a:cubicBezTo>
                  <a:pt x="10037020" y="5025463"/>
                  <a:pt x="9874387" y="5009571"/>
                  <a:pt x="9707857" y="5011949"/>
                </a:cubicBezTo>
                <a:cubicBezTo>
                  <a:pt x="9541327" y="5014327"/>
                  <a:pt x="9346663" y="4980194"/>
                  <a:pt x="9234303" y="5011949"/>
                </a:cubicBezTo>
                <a:cubicBezTo>
                  <a:pt x="9121943" y="5043704"/>
                  <a:pt x="8720861" y="4994384"/>
                  <a:pt x="8523972" y="5011949"/>
                </a:cubicBezTo>
                <a:cubicBezTo>
                  <a:pt x="8327083" y="5029514"/>
                  <a:pt x="8077792" y="4959334"/>
                  <a:pt x="7932029" y="5011949"/>
                </a:cubicBezTo>
                <a:cubicBezTo>
                  <a:pt x="7786266" y="5064564"/>
                  <a:pt x="7661354" y="4975378"/>
                  <a:pt x="7576864" y="5011949"/>
                </a:cubicBezTo>
                <a:cubicBezTo>
                  <a:pt x="7492374" y="5048520"/>
                  <a:pt x="7142741" y="4966519"/>
                  <a:pt x="6748144" y="5011949"/>
                </a:cubicBezTo>
                <a:cubicBezTo>
                  <a:pt x="6353547" y="5057379"/>
                  <a:pt x="6488151" y="4991066"/>
                  <a:pt x="6392979" y="5011949"/>
                </a:cubicBezTo>
                <a:cubicBezTo>
                  <a:pt x="6297808" y="5032832"/>
                  <a:pt x="6240947" y="4984388"/>
                  <a:pt x="6156202" y="5011949"/>
                </a:cubicBezTo>
                <a:cubicBezTo>
                  <a:pt x="6071457" y="5039510"/>
                  <a:pt x="5737658" y="4970202"/>
                  <a:pt x="5564259" y="5011949"/>
                </a:cubicBezTo>
                <a:cubicBezTo>
                  <a:pt x="5390860" y="5053696"/>
                  <a:pt x="5182234" y="4986916"/>
                  <a:pt x="4972317" y="5011949"/>
                </a:cubicBezTo>
                <a:cubicBezTo>
                  <a:pt x="4762400" y="5036982"/>
                  <a:pt x="4482197" y="5005472"/>
                  <a:pt x="4261986" y="5011949"/>
                </a:cubicBezTo>
                <a:cubicBezTo>
                  <a:pt x="4041775" y="5018426"/>
                  <a:pt x="3688729" y="4993030"/>
                  <a:pt x="3433266" y="5011949"/>
                </a:cubicBezTo>
                <a:cubicBezTo>
                  <a:pt x="3177803" y="5030868"/>
                  <a:pt x="3273779" y="5007282"/>
                  <a:pt x="3196489" y="5011949"/>
                </a:cubicBezTo>
                <a:cubicBezTo>
                  <a:pt x="3119199" y="5016616"/>
                  <a:pt x="2877339" y="4981585"/>
                  <a:pt x="2722935" y="5011949"/>
                </a:cubicBezTo>
                <a:cubicBezTo>
                  <a:pt x="2568531" y="5042313"/>
                  <a:pt x="2389563" y="5009317"/>
                  <a:pt x="2249381" y="5011949"/>
                </a:cubicBezTo>
                <a:cubicBezTo>
                  <a:pt x="2109199" y="5014581"/>
                  <a:pt x="1986706" y="4970444"/>
                  <a:pt x="1894216" y="5011949"/>
                </a:cubicBezTo>
                <a:cubicBezTo>
                  <a:pt x="1801726" y="5053454"/>
                  <a:pt x="1627624" y="5008044"/>
                  <a:pt x="1420662" y="5011949"/>
                </a:cubicBezTo>
                <a:cubicBezTo>
                  <a:pt x="1213700" y="5015854"/>
                  <a:pt x="1154313" y="4992385"/>
                  <a:pt x="947108" y="5011949"/>
                </a:cubicBezTo>
                <a:cubicBezTo>
                  <a:pt x="739903" y="5031513"/>
                  <a:pt x="269713" y="4910100"/>
                  <a:pt x="0" y="5011949"/>
                </a:cubicBezTo>
                <a:cubicBezTo>
                  <a:pt x="-18305" y="4869961"/>
                  <a:pt x="20561" y="4775221"/>
                  <a:pt x="0" y="4555305"/>
                </a:cubicBezTo>
                <a:cubicBezTo>
                  <a:pt x="-20561" y="4335389"/>
                  <a:pt x="17525" y="4298579"/>
                  <a:pt x="0" y="4098661"/>
                </a:cubicBezTo>
                <a:cubicBezTo>
                  <a:pt x="-17525" y="3898743"/>
                  <a:pt x="6395" y="3651526"/>
                  <a:pt x="0" y="3441538"/>
                </a:cubicBezTo>
                <a:cubicBezTo>
                  <a:pt x="-6395" y="3231550"/>
                  <a:pt x="3559" y="3099912"/>
                  <a:pt x="0" y="2784416"/>
                </a:cubicBezTo>
                <a:cubicBezTo>
                  <a:pt x="-3559" y="2468920"/>
                  <a:pt x="32140" y="2558845"/>
                  <a:pt x="0" y="2377891"/>
                </a:cubicBezTo>
                <a:cubicBezTo>
                  <a:pt x="-32140" y="2196938"/>
                  <a:pt x="4776" y="2059871"/>
                  <a:pt x="0" y="1871128"/>
                </a:cubicBezTo>
                <a:cubicBezTo>
                  <a:pt x="-4776" y="1682385"/>
                  <a:pt x="5490" y="1587864"/>
                  <a:pt x="0" y="1414483"/>
                </a:cubicBezTo>
                <a:cubicBezTo>
                  <a:pt x="-5490" y="1241102"/>
                  <a:pt x="10619" y="1095412"/>
                  <a:pt x="0" y="1007959"/>
                </a:cubicBezTo>
                <a:cubicBezTo>
                  <a:pt x="-10619" y="920506"/>
                  <a:pt x="9372" y="657135"/>
                  <a:pt x="0" y="501195"/>
                </a:cubicBezTo>
                <a:cubicBezTo>
                  <a:pt x="-9372" y="345255"/>
                  <a:pt x="37561" y="174928"/>
                  <a:pt x="0" y="0"/>
                </a:cubicBezTo>
                <a:close/>
              </a:path>
            </a:pathLst>
          </a:custGeom>
          <a:noFill/>
          <a:ln w="19050">
            <a:solidFill>
              <a:schemeClr val="tx1"/>
            </a:solidFill>
            <a:miter lim="800000"/>
            <a:headEnd/>
            <a:tailEnd/>
            <a:extLst>
              <a:ext uri="{C807C97D-BFC1-408E-A445-0C87EB9F89A2}">
                <ask:lineSketchStyleProps xmlns:ask="http://schemas.microsoft.com/office/drawing/2018/sketchyshapes" sd="3625227370">
                  <a:prstGeom prst="rect">
                    <a:avLst/>
                  </a:prstGeom>
                  <ask:type>
                    <ask:lineSketchScribble/>
                  </ask:type>
                </ask:lineSketchStyleProps>
              </a:ext>
            </a:extLs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better filters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 can try advanced filters like Wiener or wavelet filters for better results.</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video support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 can improve the tool to work with videos or live camera feed.</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machine learning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AI, we can train the computer to remove noise more smartly.</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the design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Make the user interface easier and more attractive to use.</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more noise types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just speckle, but also remove other noises like Gaussian or salt-and-pepper.</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in real-world systems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tool can be added to medical or industrial machines to clean images automatically.</a:t>
            </a:r>
          </a:p>
        </p:txBody>
      </p:sp>
    </p:spTree>
    <p:extLst>
      <p:ext uri="{BB962C8B-B14F-4D97-AF65-F5344CB8AC3E}">
        <p14:creationId xmlns:p14="http://schemas.microsoft.com/office/powerpoint/2010/main" val="702761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FD3DCD3-2B18-E9BF-46B6-F35A876B5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EA252-585B-2418-EE62-8A6411A8512E}"/>
              </a:ext>
            </a:extLst>
          </p:cNvPr>
          <p:cNvSpPr>
            <a:spLocks noGrp="1"/>
          </p:cNvSpPr>
          <p:nvPr>
            <p:ph type="title"/>
          </p:nvPr>
        </p:nvSpPr>
        <p:spPr>
          <a:xfrm>
            <a:off x="4440938" y="308053"/>
            <a:ext cx="3037055" cy="521208"/>
          </a:xfrm>
          <a:custGeom>
            <a:avLst/>
            <a:gdLst>
              <a:gd name="connsiteX0" fmla="*/ 0 w 3037055"/>
              <a:gd name="connsiteY0" fmla="*/ 0 h 521208"/>
              <a:gd name="connsiteX1" fmla="*/ 577040 w 3037055"/>
              <a:gd name="connsiteY1" fmla="*/ 0 h 521208"/>
              <a:gd name="connsiteX2" fmla="*/ 1154081 w 3037055"/>
              <a:gd name="connsiteY2" fmla="*/ 0 h 521208"/>
              <a:gd name="connsiteX3" fmla="*/ 1761492 w 3037055"/>
              <a:gd name="connsiteY3" fmla="*/ 0 h 521208"/>
              <a:gd name="connsiteX4" fmla="*/ 2368903 w 3037055"/>
              <a:gd name="connsiteY4" fmla="*/ 0 h 521208"/>
              <a:gd name="connsiteX5" fmla="*/ 3037055 w 3037055"/>
              <a:gd name="connsiteY5" fmla="*/ 0 h 521208"/>
              <a:gd name="connsiteX6" fmla="*/ 3037055 w 3037055"/>
              <a:gd name="connsiteY6" fmla="*/ 521208 h 521208"/>
              <a:gd name="connsiteX7" fmla="*/ 2520756 w 3037055"/>
              <a:gd name="connsiteY7" fmla="*/ 521208 h 521208"/>
              <a:gd name="connsiteX8" fmla="*/ 1974086 w 3037055"/>
              <a:gd name="connsiteY8" fmla="*/ 521208 h 521208"/>
              <a:gd name="connsiteX9" fmla="*/ 1305934 w 3037055"/>
              <a:gd name="connsiteY9" fmla="*/ 521208 h 521208"/>
              <a:gd name="connsiteX10" fmla="*/ 698523 w 3037055"/>
              <a:gd name="connsiteY10" fmla="*/ 521208 h 521208"/>
              <a:gd name="connsiteX11" fmla="*/ 0 w 3037055"/>
              <a:gd name="connsiteY11" fmla="*/ 521208 h 521208"/>
              <a:gd name="connsiteX12" fmla="*/ 0 w 3037055"/>
              <a:gd name="connsiteY12" fmla="*/ 0 h 5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055" h="521208" fill="none" extrusionOk="0">
                <a:moveTo>
                  <a:pt x="0" y="0"/>
                </a:moveTo>
                <a:cubicBezTo>
                  <a:pt x="264672" y="-136"/>
                  <a:pt x="304125" y="10858"/>
                  <a:pt x="577040" y="0"/>
                </a:cubicBezTo>
                <a:cubicBezTo>
                  <a:pt x="849955" y="-10858"/>
                  <a:pt x="950118" y="-14717"/>
                  <a:pt x="1154081" y="0"/>
                </a:cubicBezTo>
                <a:cubicBezTo>
                  <a:pt x="1358044" y="14717"/>
                  <a:pt x="1509939" y="-1054"/>
                  <a:pt x="1761492" y="0"/>
                </a:cubicBezTo>
                <a:cubicBezTo>
                  <a:pt x="2013045" y="1054"/>
                  <a:pt x="2104187" y="27757"/>
                  <a:pt x="2368903" y="0"/>
                </a:cubicBezTo>
                <a:cubicBezTo>
                  <a:pt x="2633619" y="-27757"/>
                  <a:pt x="2829664" y="-25349"/>
                  <a:pt x="3037055" y="0"/>
                </a:cubicBezTo>
                <a:cubicBezTo>
                  <a:pt x="3052026" y="220278"/>
                  <a:pt x="3015354" y="404322"/>
                  <a:pt x="3037055" y="521208"/>
                </a:cubicBezTo>
                <a:cubicBezTo>
                  <a:pt x="2864543" y="516337"/>
                  <a:pt x="2725839" y="501081"/>
                  <a:pt x="2520756" y="521208"/>
                </a:cubicBezTo>
                <a:cubicBezTo>
                  <a:pt x="2315673" y="541335"/>
                  <a:pt x="2097284" y="505713"/>
                  <a:pt x="1974086" y="521208"/>
                </a:cubicBezTo>
                <a:cubicBezTo>
                  <a:pt x="1850888" y="536704"/>
                  <a:pt x="1553629" y="545517"/>
                  <a:pt x="1305934" y="521208"/>
                </a:cubicBezTo>
                <a:cubicBezTo>
                  <a:pt x="1058239" y="496899"/>
                  <a:pt x="862294" y="546890"/>
                  <a:pt x="698523" y="521208"/>
                </a:cubicBezTo>
                <a:cubicBezTo>
                  <a:pt x="534752" y="495526"/>
                  <a:pt x="218836" y="546959"/>
                  <a:pt x="0" y="521208"/>
                </a:cubicBezTo>
                <a:cubicBezTo>
                  <a:pt x="22256" y="361964"/>
                  <a:pt x="-24727" y="177388"/>
                  <a:pt x="0" y="0"/>
                </a:cubicBezTo>
                <a:close/>
              </a:path>
              <a:path w="3037055" h="521208" stroke="0" extrusionOk="0">
                <a:moveTo>
                  <a:pt x="0" y="0"/>
                </a:moveTo>
                <a:cubicBezTo>
                  <a:pt x="180049" y="21470"/>
                  <a:pt x="407230" y="-7798"/>
                  <a:pt x="577040" y="0"/>
                </a:cubicBezTo>
                <a:cubicBezTo>
                  <a:pt x="746850" y="7798"/>
                  <a:pt x="1004603" y="-32186"/>
                  <a:pt x="1245193" y="0"/>
                </a:cubicBezTo>
                <a:cubicBezTo>
                  <a:pt x="1485783" y="32186"/>
                  <a:pt x="1570738" y="18794"/>
                  <a:pt x="1882974" y="0"/>
                </a:cubicBezTo>
                <a:cubicBezTo>
                  <a:pt x="2195210" y="-18794"/>
                  <a:pt x="2268987" y="18186"/>
                  <a:pt x="2429644" y="0"/>
                </a:cubicBezTo>
                <a:cubicBezTo>
                  <a:pt x="2590301" y="-18186"/>
                  <a:pt x="2881406" y="19998"/>
                  <a:pt x="3037055" y="0"/>
                </a:cubicBezTo>
                <a:cubicBezTo>
                  <a:pt x="3062196" y="221551"/>
                  <a:pt x="3024416" y="373328"/>
                  <a:pt x="3037055" y="521208"/>
                </a:cubicBezTo>
                <a:cubicBezTo>
                  <a:pt x="2792535" y="532661"/>
                  <a:pt x="2714156" y="491035"/>
                  <a:pt x="2399273" y="521208"/>
                </a:cubicBezTo>
                <a:cubicBezTo>
                  <a:pt x="2084390" y="551381"/>
                  <a:pt x="1921666" y="500998"/>
                  <a:pt x="1791862" y="521208"/>
                </a:cubicBezTo>
                <a:cubicBezTo>
                  <a:pt x="1662058" y="541418"/>
                  <a:pt x="1459481" y="502350"/>
                  <a:pt x="1245193" y="521208"/>
                </a:cubicBezTo>
                <a:cubicBezTo>
                  <a:pt x="1030905" y="540066"/>
                  <a:pt x="919402" y="497391"/>
                  <a:pt x="637782" y="521208"/>
                </a:cubicBezTo>
                <a:cubicBezTo>
                  <a:pt x="356162" y="545025"/>
                  <a:pt x="286457" y="514496"/>
                  <a:pt x="0" y="521208"/>
                </a:cubicBezTo>
                <a:cubicBezTo>
                  <a:pt x="-17697" y="322997"/>
                  <a:pt x="15223" y="196747"/>
                  <a:pt x="0" y="0"/>
                </a:cubicBezTo>
                <a:close/>
              </a:path>
            </a:pathLst>
          </a:custGeom>
          <a:ln>
            <a:extLst>
              <a:ext uri="{C807C97D-BFC1-408E-A445-0C87EB9F89A2}">
                <ask:lineSketchStyleProps xmlns:ask="http://schemas.microsoft.com/office/drawing/2018/sketchyshapes" sd="874966754">
                  <ask:type>
                    <ask:lineSketchFreehand/>
                  </ask:type>
                </ask:lineSketchStyleProps>
              </a:ext>
            </a:extLst>
          </a:ln>
        </p:spPr>
        <p:txBody>
          <a:bodyPr>
            <a:normAutofit fontScale="90000"/>
          </a:bodyPr>
          <a:lstStyle/>
          <a:p>
            <a:r>
              <a:rPr lang="en-US" sz="2800" b="1" dirty="0">
                <a:effectLst/>
                <a:latin typeface="Times New Roman" panose="02020603050405020304" pitchFamily="18" charset="0"/>
                <a:ea typeface="Times New Roman" panose="02020603050405020304" pitchFamily="18" charset="0"/>
              </a:rPr>
              <a:t>Conclusion</a:t>
            </a:r>
            <a:endParaRPr lang="en-US" dirty="0"/>
          </a:p>
        </p:txBody>
      </p:sp>
      <p:sp>
        <p:nvSpPr>
          <p:cNvPr id="3" name="Rectangle 1">
            <a:extLst>
              <a:ext uri="{FF2B5EF4-FFF2-40B4-BE49-F238E27FC236}">
                <a16:creationId xmlns:a16="http://schemas.microsoft.com/office/drawing/2014/main" id="{7C273C93-8EDE-AA04-6FDC-FFBB94C7336A}"/>
              </a:ext>
            </a:extLst>
          </p:cNvPr>
          <p:cNvSpPr>
            <a:spLocks noChangeArrowheads="1"/>
          </p:cNvSpPr>
          <p:nvPr/>
        </p:nvSpPr>
        <p:spPr bwMode="auto">
          <a:xfrm>
            <a:off x="385916" y="984000"/>
            <a:ext cx="11420168" cy="5565947"/>
          </a:xfrm>
          <a:custGeom>
            <a:avLst/>
            <a:gdLst>
              <a:gd name="connsiteX0" fmla="*/ 0 w 11420168"/>
              <a:gd name="connsiteY0" fmla="*/ 0 h 5565947"/>
              <a:gd name="connsiteX1" fmla="*/ 799412 w 11420168"/>
              <a:gd name="connsiteY1" fmla="*/ 0 h 5565947"/>
              <a:gd name="connsiteX2" fmla="*/ 1370420 w 11420168"/>
              <a:gd name="connsiteY2" fmla="*/ 0 h 5565947"/>
              <a:gd name="connsiteX3" fmla="*/ 1827227 w 11420168"/>
              <a:gd name="connsiteY3" fmla="*/ 0 h 5565947"/>
              <a:gd name="connsiteX4" fmla="*/ 2626639 w 11420168"/>
              <a:gd name="connsiteY4" fmla="*/ 0 h 5565947"/>
              <a:gd name="connsiteX5" fmla="*/ 2855042 w 11420168"/>
              <a:gd name="connsiteY5" fmla="*/ 0 h 5565947"/>
              <a:gd name="connsiteX6" fmla="*/ 3540252 w 11420168"/>
              <a:gd name="connsiteY6" fmla="*/ 0 h 5565947"/>
              <a:gd name="connsiteX7" fmla="*/ 4111260 w 11420168"/>
              <a:gd name="connsiteY7" fmla="*/ 0 h 5565947"/>
              <a:gd name="connsiteX8" fmla="*/ 4453866 w 11420168"/>
              <a:gd name="connsiteY8" fmla="*/ 0 h 5565947"/>
              <a:gd name="connsiteX9" fmla="*/ 5253277 w 11420168"/>
              <a:gd name="connsiteY9" fmla="*/ 0 h 5565947"/>
              <a:gd name="connsiteX10" fmla="*/ 5710084 w 11420168"/>
              <a:gd name="connsiteY10" fmla="*/ 0 h 5565947"/>
              <a:gd name="connsiteX11" fmla="*/ 5938487 w 11420168"/>
              <a:gd name="connsiteY11" fmla="*/ 0 h 5565947"/>
              <a:gd name="connsiteX12" fmla="*/ 6509496 w 11420168"/>
              <a:gd name="connsiteY12" fmla="*/ 0 h 5565947"/>
              <a:gd name="connsiteX13" fmla="*/ 6852101 w 11420168"/>
              <a:gd name="connsiteY13" fmla="*/ 0 h 5565947"/>
              <a:gd name="connsiteX14" fmla="*/ 7651513 w 11420168"/>
              <a:gd name="connsiteY14" fmla="*/ 0 h 5565947"/>
              <a:gd name="connsiteX15" fmla="*/ 7879916 w 11420168"/>
              <a:gd name="connsiteY15" fmla="*/ 0 h 5565947"/>
              <a:gd name="connsiteX16" fmla="*/ 8679328 w 11420168"/>
              <a:gd name="connsiteY16" fmla="*/ 0 h 5565947"/>
              <a:gd name="connsiteX17" fmla="*/ 9364538 w 11420168"/>
              <a:gd name="connsiteY17" fmla="*/ 0 h 5565947"/>
              <a:gd name="connsiteX18" fmla="*/ 9821344 w 11420168"/>
              <a:gd name="connsiteY18" fmla="*/ 0 h 5565947"/>
              <a:gd name="connsiteX19" fmla="*/ 10049748 w 11420168"/>
              <a:gd name="connsiteY19" fmla="*/ 0 h 5565947"/>
              <a:gd name="connsiteX20" fmla="*/ 10620756 w 11420168"/>
              <a:gd name="connsiteY20" fmla="*/ 0 h 5565947"/>
              <a:gd name="connsiteX21" fmla="*/ 11420168 w 11420168"/>
              <a:gd name="connsiteY21" fmla="*/ 0 h 5565947"/>
              <a:gd name="connsiteX22" fmla="*/ 11420168 w 11420168"/>
              <a:gd name="connsiteY22" fmla="*/ 500935 h 5565947"/>
              <a:gd name="connsiteX23" fmla="*/ 11420168 w 11420168"/>
              <a:gd name="connsiteY23" fmla="*/ 1168849 h 5565947"/>
              <a:gd name="connsiteX24" fmla="*/ 11420168 w 11420168"/>
              <a:gd name="connsiteY24" fmla="*/ 1836763 h 5565947"/>
              <a:gd name="connsiteX25" fmla="*/ 11420168 w 11420168"/>
              <a:gd name="connsiteY25" fmla="*/ 2393357 h 5565947"/>
              <a:gd name="connsiteX26" fmla="*/ 11420168 w 11420168"/>
              <a:gd name="connsiteY26" fmla="*/ 2949952 h 5565947"/>
              <a:gd name="connsiteX27" fmla="*/ 11420168 w 11420168"/>
              <a:gd name="connsiteY27" fmla="*/ 3617866 h 5565947"/>
              <a:gd name="connsiteX28" fmla="*/ 11420168 w 11420168"/>
              <a:gd name="connsiteY28" fmla="*/ 4063141 h 5565947"/>
              <a:gd name="connsiteX29" fmla="*/ 11420168 w 11420168"/>
              <a:gd name="connsiteY29" fmla="*/ 4508417 h 5565947"/>
              <a:gd name="connsiteX30" fmla="*/ 11420168 w 11420168"/>
              <a:gd name="connsiteY30" fmla="*/ 4898033 h 5565947"/>
              <a:gd name="connsiteX31" fmla="*/ 11420168 w 11420168"/>
              <a:gd name="connsiteY31" fmla="*/ 5565947 h 5565947"/>
              <a:gd name="connsiteX32" fmla="*/ 10963361 w 11420168"/>
              <a:gd name="connsiteY32" fmla="*/ 5565947 h 5565947"/>
              <a:gd name="connsiteX33" fmla="*/ 10278151 w 11420168"/>
              <a:gd name="connsiteY33" fmla="*/ 5565947 h 5565947"/>
              <a:gd name="connsiteX34" fmla="*/ 9821344 w 11420168"/>
              <a:gd name="connsiteY34" fmla="*/ 5565947 h 5565947"/>
              <a:gd name="connsiteX35" fmla="*/ 9592941 w 11420168"/>
              <a:gd name="connsiteY35" fmla="*/ 5565947 h 5565947"/>
              <a:gd name="connsiteX36" fmla="*/ 9364538 w 11420168"/>
              <a:gd name="connsiteY36" fmla="*/ 5565947 h 5565947"/>
              <a:gd name="connsiteX37" fmla="*/ 8679328 w 11420168"/>
              <a:gd name="connsiteY37" fmla="*/ 5565947 h 5565947"/>
              <a:gd name="connsiteX38" fmla="*/ 7879916 w 11420168"/>
              <a:gd name="connsiteY38" fmla="*/ 5565947 h 5565947"/>
              <a:gd name="connsiteX39" fmla="*/ 7080504 w 11420168"/>
              <a:gd name="connsiteY39" fmla="*/ 5565947 h 5565947"/>
              <a:gd name="connsiteX40" fmla="*/ 6509496 w 11420168"/>
              <a:gd name="connsiteY40" fmla="*/ 5565947 h 5565947"/>
              <a:gd name="connsiteX41" fmla="*/ 6052689 w 11420168"/>
              <a:gd name="connsiteY41" fmla="*/ 5565947 h 5565947"/>
              <a:gd name="connsiteX42" fmla="*/ 5710084 w 11420168"/>
              <a:gd name="connsiteY42" fmla="*/ 5565947 h 5565947"/>
              <a:gd name="connsiteX43" fmla="*/ 5367479 w 11420168"/>
              <a:gd name="connsiteY43" fmla="*/ 5565947 h 5565947"/>
              <a:gd name="connsiteX44" fmla="*/ 4568067 w 11420168"/>
              <a:gd name="connsiteY44" fmla="*/ 5565947 h 5565947"/>
              <a:gd name="connsiteX45" fmla="*/ 3997059 w 11420168"/>
              <a:gd name="connsiteY45" fmla="*/ 5565947 h 5565947"/>
              <a:gd name="connsiteX46" fmla="*/ 3768655 w 11420168"/>
              <a:gd name="connsiteY46" fmla="*/ 5565947 h 5565947"/>
              <a:gd name="connsiteX47" fmla="*/ 3083445 w 11420168"/>
              <a:gd name="connsiteY47" fmla="*/ 5565947 h 5565947"/>
              <a:gd name="connsiteX48" fmla="*/ 2398235 w 11420168"/>
              <a:gd name="connsiteY48" fmla="*/ 5565947 h 5565947"/>
              <a:gd name="connsiteX49" fmla="*/ 2169832 w 11420168"/>
              <a:gd name="connsiteY49" fmla="*/ 5565947 h 5565947"/>
              <a:gd name="connsiteX50" fmla="*/ 1941429 w 11420168"/>
              <a:gd name="connsiteY50" fmla="*/ 5565947 h 5565947"/>
              <a:gd name="connsiteX51" fmla="*/ 1484622 w 11420168"/>
              <a:gd name="connsiteY51" fmla="*/ 5565947 h 5565947"/>
              <a:gd name="connsiteX52" fmla="*/ 799412 w 11420168"/>
              <a:gd name="connsiteY52" fmla="*/ 5565947 h 5565947"/>
              <a:gd name="connsiteX53" fmla="*/ 0 w 11420168"/>
              <a:gd name="connsiteY53" fmla="*/ 5565947 h 5565947"/>
              <a:gd name="connsiteX54" fmla="*/ 0 w 11420168"/>
              <a:gd name="connsiteY54" fmla="*/ 5009352 h 5565947"/>
              <a:gd name="connsiteX55" fmla="*/ 0 w 11420168"/>
              <a:gd name="connsiteY55" fmla="*/ 4341439 h 5565947"/>
              <a:gd name="connsiteX56" fmla="*/ 0 w 11420168"/>
              <a:gd name="connsiteY56" fmla="*/ 3784844 h 5565947"/>
              <a:gd name="connsiteX57" fmla="*/ 0 w 11420168"/>
              <a:gd name="connsiteY57" fmla="*/ 3116930 h 5565947"/>
              <a:gd name="connsiteX58" fmla="*/ 0 w 11420168"/>
              <a:gd name="connsiteY58" fmla="*/ 2560336 h 5565947"/>
              <a:gd name="connsiteX59" fmla="*/ 0 w 11420168"/>
              <a:gd name="connsiteY59" fmla="*/ 2003741 h 5565947"/>
              <a:gd name="connsiteX60" fmla="*/ 0 w 11420168"/>
              <a:gd name="connsiteY60" fmla="*/ 1335827 h 5565947"/>
              <a:gd name="connsiteX61" fmla="*/ 0 w 11420168"/>
              <a:gd name="connsiteY61" fmla="*/ 834892 h 5565947"/>
              <a:gd name="connsiteX62" fmla="*/ 0 w 11420168"/>
              <a:gd name="connsiteY62" fmla="*/ 0 h 5565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420168" h="5565947" extrusionOk="0">
                <a:moveTo>
                  <a:pt x="0" y="0"/>
                </a:moveTo>
                <a:cubicBezTo>
                  <a:pt x="339851" y="-91781"/>
                  <a:pt x="513798" y="87052"/>
                  <a:pt x="799412" y="0"/>
                </a:cubicBezTo>
                <a:cubicBezTo>
                  <a:pt x="1085026" y="-87052"/>
                  <a:pt x="1254661" y="29096"/>
                  <a:pt x="1370420" y="0"/>
                </a:cubicBezTo>
                <a:cubicBezTo>
                  <a:pt x="1486179" y="-29096"/>
                  <a:pt x="1673705" y="373"/>
                  <a:pt x="1827227" y="0"/>
                </a:cubicBezTo>
                <a:cubicBezTo>
                  <a:pt x="1980749" y="-373"/>
                  <a:pt x="2456301" y="15743"/>
                  <a:pt x="2626639" y="0"/>
                </a:cubicBezTo>
                <a:cubicBezTo>
                  <a:pt x="2796977" y="-15743"/>
                  <a:pt x="2745654" y="8596"/>
                  <a:pt x="2855042" y="0"/>
                </a:cubicBezTo>
                <a:cubicBezTo>
                  <a:pt x="2964430" y="-8596"/>
                  <a:pt x="3237224" y="48474"/>
                  <a:pt x="3540252" y="0"/>
                </a:cubicBezTo>
                <a:cubicBezTo>
                  <a:pt x="3843280" y="-48474"/>
                  <a:pt x="3899219" y="42792"/>
                  <a:pt x="4111260" y="0"/>
                </a:cubicBezTo>
                <a:cubicBezTo>
                  <a:pt x="4323301" y="-42792"/>
                  <a:pt x="4352240" y="22908"/>
                  <a:pt x="4453866" y="0"/>
                </a:cubicBezTo>
                <a:cubicBezTo>
                  <a:pt x="4555492" y="-22908"/>
                  <a:pt x="4943177" y="77725"/>
                  <a:pt x="5253277" y="0"/>
                </a:cubicBezTo>
                <a:cubicBezTo>
                  <a:pt x="5563377" y="-77725"/>
                  <a:pt x="5536543" y="48394"/>
                  <a:pt x="5710084" y="0"/>
                </a:cubicBezTo>
                <a:cubicBezTo>
                  <a:pt x="5883625" y="-48394"/>
                  <a:pt x="5847013" y="4641"/>
                  <a:pt x="5938487" y="0"/>
                </a:cubicBezTo>
                <a:cubicBezTo>
                  <a:pt x="6029961" y="-4641"/>
                  <a:pt x="6321044" y="5046"/>
                  <a:pt x="6509496" y="0"/>
                </a:cubicBezTo>
                <a:cubicBezTo>
                  <a:pt x="6697948" y="-5046"/>
                  <a:pt x="6766586" y="31238"/>
                  <a:pt x="6852101" y="0"/>
                </a:cubicBezTo>
                <a:cubicBezTo>
                  <a:pt x="6937617" y="-31238"/>
                  <a:pt x="7267262" y="92147"/>
                  <a:pt x="7651513" y="0"/>
                </a:cubicBezTo>
                <a:cubicBezTo>
                  <a:pt x="8035764" y="-92147"/>
                  <a:pt x="7812916" y="18388"/>
                  <a:pt x="7879916" y="0"/>
                </a:cubicBezTo>
                <a:cubicBezTo>
                  <a:pt x="7946916" y="-18388"/>
                  <a:pt x="8315709" y="12740"/>
                  <a:pt x="8679328" y="0"/>
                </a:cubicBezTo>
                <a:cubicBezTo>
                  <a:pt x="9042947" y="-12740"/>
                  <a:pt x="9182136" y="76599"/>
                  <a:pt x="9364538" y="0"/>
                </a:cubicBezTo>
                <a:cubicBezTo>
                  <a:pt x="9546940" y="-76599"/>
                  <a:pt x="9675587" y="10733"/>
                  <a:pt x="9821344" y="0"/>
                </a:cubicBezTo>
                <a:cubicBezTo>
                  <a:pt x="9967101" y="-10733"/>
                  <a:pt x="9973832" y="20672"/>
                  <a:pt x="10049748" y="0"/>
                </a:cubicBezTo>
                <a:cubicBezTo>
                  <a:pt x="10125664" y="-20672"/>
                  <a:pt x="10484377" y="29203"/>
                  <a:pt x="10620756" y="0"/>
                </a:cubicBezTo>
                <a:cubicBezTo>
                  <a:pt x="10757135" y="-29203"/>
                  <a:pt x="11140688" y="43518"/>
                  <a:pt x="11420168" y="0"/>
                </a:cubicBezTo>
                <a:cubicBezTo>
                  <a:pt x="11462240" y="171086"/>
                  <a:pt x="11393614" y="291735"/>
                  <a:pt x="11420168" y="500935"/>
                </a:cubicBezTo>
                <a:cubicBezTo>
                  <a:pt x="11446722" y="710136"/>
                  <a:pt x="11356853" y="947274"/>
                  <a:pt x="11420168" y="1168849"/>
                </a:cubicBezTo>
                <a:cubicBezTo>
                  <a:pt x="11483483" y="1390424"/>
                  <a:pt x="11361306" y="1646330"/>
                  <a:pt x="11420168" y="1836763"/>
                </a:cubicBezTo>
                <a:cubicBezTo>
                  <a:pt x="11479030" y="2027196"/>
                  <a:pt x="11356659" y="2155501"/>
                  <a:pt x="11420168" y="2393357"/>
                </a:cubicBezTo>
                <a:cubicBezTo>
                  <a:pt x="11483677" y="2631213"/>
                  <a:pt x="11401364" y="2677490"/>
                  <a:pt x="11420168" y="2949952"/>
                </a:cubicBezTo>
                <a:cubicBezTo>
                  <a:pt x="11438972" y="3222414"/>
                  <a:pt x="11377895" y="3372398"/>
                  <a:pt x="11420168" y="3617866"/>
                </a:cubicBezTo>
                <a:cubicBezTo>
                  <a:pt x="11462441" y="3863334"/>
                  <a:pt x="11392276" y="3852398"/>
                  <a:pt x="11420168" y="4063141"/>
                </a:cubicBezTo>
                <a:cubicBezTo>
                  <a:pt x="11448060" y="4273885"/>
                  <a:pt x="11400282" y="4305331"/>
                  <a:pt x="11420168" y="4508417"/>
                </a:cubicBezTo>
                <a:cubicBezTo>
                  <a:pt x="11440054" y="4711503"/>
                  <a:pt x="11389485" y="4782850"/>
                  <a:pt x="11420168" y="4898033"/>
                </a:cubicBezTo>
                <a:cubicBezTo>
                  <a:pt x="11450851" y="5013216"/>
                  <a:pt x="11355145" y="5291656"/>
                  <a:pt x="11420168" y="5565947"/>
                </a:cubicBezTo>
                <a:cubicBezTo>
                  <a:pt x="11310559" y="5618304"/>
                  <a:pt x="11180244" y="5559126"/>
                  <a:pt x="10963361" y="5565947"/>
                </a:cubicBezTo>
                <a:cubicBezTo>
                  <a:pt x="10746478" y="5572768"/>
                  <a:pt x="10610348" y="5542530"/>
                  <a:pt x="10278151" y="5565947"/>
                </a:cubicBezTo>
                <a:cubicBezTo>
                  <a:pt x="9945954" y="5589364"/>
                  <a:pt x="9984648" y="5524308"/>
                  <a:pt x="9821344" y="5565947"/>
                </a:cubicBezTo>
                <a:cubicBezTo>
                  <a:pt x="9658040" y="5607586"/>
                  <a:pt x="9646859" y="5550437"/>
                  <a:pt x="9592941" y="5565947"/>
                </a:cubicBezTo>
                <a:cubicBezTo>
                  <a:pt x="9539023" y="5581457"/>
                  <a:pt x="9469093" y="5550581"/>
                  <a:pt x="9364538" y="5565947"/>
                </a:cubicBezTo>
                <a:cubicBezTo>
                  <a:pt x="9259983" y="5581313"/>
                  <a:pt x="8969285" y="5564870"/>
                  <a:pt x="8679328" y="5565947"/>
                </a:cubicBezTo>
                <a:cubicBezTo>
                  <a:pt x="8389371" y="5567024"/>
                  <a:pt x="8249395" y="5511255"/>
                  <a:pt x="7879916" y="5565947"/>
                </a:cubicBezTo>
                <a:cubicBezTo>
                  <a:pt x="7510437" y="5620639"/>
                  <a:pt x="7274509" y="5527847"/>
                  <a:pt x="7080504" y="5565947"/>
                </a:cubicBezTo>
                <a:cubicBezTo>
                  <a:pt x="6886499" y="5604047"/>
                  <a:pt x="6706356" y="5501774"/>
                  <a:pt x="6509496" y="5565947"/>
                </a:cubicBezTo>
                <a:cubicBezTo>
                  <a:pt x="6312636" y="5630120"/>
                  <a:pt x="6149903" y="5554092"/>
                  <a:pt x="6052689" y="5565947"/>
                </a:cubicBezTo>
                <a:cubicBezTo>
                  <a:pt x="5955475" y="5577802"/>
                  <a:pt x="5843557" y="5531847"/>
                  <a:pt x="5710084" y="5565947"/>
                </a:cubicBezTo>
                <a:cubicBezTo>
                  <a:pt x="5576611" y="5600047"/>
                  <a:pt x="5462838" y="5557443"/>
                  <a:pt x="5367479" y="5565947"/>
                </a:cubicBezTo>
                <a:cubicBezTo>
                  <a:pt x="5272121" y="5574451"/>
                  <a:pt x="4891799" y="5562931"/>
                  <a:pt x="4568067" y="5565947"/>
                </a:cubicBezTo>
                <a:cubicBezTo>
                  <a:pt x="4244335" y="5568963"/>
                  <a:pt x="4180871" y="5550554"/>
                  <a:pt x="3997059" y="5565947"/>
                </a:cubicBezTo>
                <a:cubicBezTo>
                  <a:pt x="3813247" y="5581340"/>
                  <a:pt x="3863660" y="5550102"/>
                  <a:pt x="3768655" y="5565947"/>
                </a:cubicBezTo>
                <a:cubicBezTo>
                  <a:pt x="3673650" y="5581792"/>
                  <a:pt x="3407628" y="5499157"/>
                  <a:pt x="3083445" y="5565947"/>
                </a:cubicBezTo>
                <a:cubicBezTo>
                  <a:pt x="2759262" y="5632737"/>
                  <a:pt x="2565038" y="5488141"/>
                  <a:pt x="2398235" y="5565947"/>
                </a:cubicBezTo>
                <a:cubicBezTo>
                  <a:pt x="2231432" y="5643753"/>
                  <a:pt x="2258501" y="5553917"/>
                  <a:pt x="2169832" y="5565947"/>
                </a:cubicBezTo>
                <a:cubicBezTo>
                  <a:pt x="2081163" y="5577977"/>
                  <a:pt x="2025948" y="5541911"/>
                  <a:pt x="1941429" y="5565947"/>
                </a:cubicBezTo>
                <a:cubicBezTo>
                  <a:pt x="1856910" y="5589983"/>
                  <a:pt x="1656984" y="5528805"/>
                  <a:pt x="1484622" y="5565947"/>
                </a:cubicBezTo>
                <a:cubicBezTo>
                  <a:pt x="1312260" y="5603089"/>
                  <a:pt x="1112515" y="5496283"/>
                  <a:pt x="799412" y="5565947"/>
                </a:cubicBezTo>
                <a:cubicBezTo>
                  <a:pt x="486309" y="5635611"/>
                  <a:pt x="336860" y="5484955"/>
                  <a:pt x="0" y="5565947"/>
                </a:cubicBezTo>
                <a:cubicBezTo>
                  <a:pt x="-53106" y="5362929"/>
                  <a:pt x="58749" y="5148746"/>
                  <a:pt x="0" y="5009352"/>
                </a:cubicBezTo>
                <a:cubicBezTo>
                  <a:pt x="-58749" y="4869959"/>
                  <a:pt x="3769" y="4487894"/>
                  <a:pt x="0" y="4341439"/>
                </a:cubicBezTo>
                <a:cubicBezTo>
                  <a:pt x="-3769" y="4194984"/>
                  <a:pt x="47852" y="4015125"/>
                  <a:pt x="0" y="3784844"/>
                </a:cubicBezTo>
                <a:cubicBezTo>
                  <a:pt x="-47852" y="3554563"/>
                  <a:pt x="25216" y="3368706"/>
                  <a:pt x="0" y="3116930"/>
                </a:cubicBezTo>
                <a:cubicBezTo>
                  <a:pt x="-25216" y="2865154"/>
                  <a:pt x="1662" y="2671713"/>
                  <a:pt x="0" y="2560336"/>
                </a:cubicBezTo>
                <a:cubicBezTo>
                  <a:pt x="-1662" y="2448959"/>
                  <a:pt x="13830" y="2191087"/>
                  <a:pt x="0" y="2003741"/>
                </a:cubicBezTo>
                <a:cubicBezTo>
                  <a:pt x="-13830" y="1816396"/>
                  <a:pt x="14509" y="1580980"/>
                  <a:pt x="0" y="1335827"/>
                </a:cubicBezTo>
                <a:cubicBezTo>
                  <a:pt x="-14509" y="1090674"/>
                  <a:pt x="1604" y="1069095"/>
                  <a:pt x="0" y="834892"/>
                </a:cubicBezTo>
                <a:cubicBezTo>
                  <a:pt x="-1604" y="600690"/>
                  <a:pt x="67022" y="283117"/>
                  <a:pt x="0" y="0"/>
                </a:cubicBezTo>
                <a:close/>
              </a:path>
            </a:pathLst>
          </a:custGeom>
          <a:noFill/>
          <a:ln w="19050">
            <a:solidFill>
              <a:schemeClr val="tx1"/>
            </a:solidFill>
            <a:miter lim="800000"/>
            <a:headEnd/>
            <a:tailEnd/>
            <a:extLst>
              <a:ext uri="{C807C97D-BFC1-408E-A445-0C87EB9F89A2}">
                <ask:lineSketchStyleProps xmlns:ask="http://schemas.microsoft.com/office/drawing/2018/sketchyshapes" sd="1340586465">
                  <a:prstGeom prst="rect">
                    <a:avLst/>
                  </a:prstGeom>
                  <ask:type>
                    <ask:lineSketchScribble/>
                  </ask:type>
                </ask:lineSketchStyleProps>
              </a:ext>
            </a:extLs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project, we made a simple tool using MATLAB to add and remove speckle noise from images.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tool lets users upload any image, add noise to it, and then remove the noise using a filter.</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shows all steps clearly: original image, noisy image, and cleaned image — side by side.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helps students and beginners understand how speckle noise affects images and how it can be reduced.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method used is simple, but it works well in basic situations and helps us learn the basics of image processing.</a:t>
            </a:r>
          </a:p>
        </p:txBody>
      </p:sp>
    </p:spTree>
    <p:extLst>
      <p:ext uri="{BB962C8B-B14F-4D97-AF65-F5344CB8AC3E}">
        <p14:creationId xmlns:p14="http://schemas.microsoft.com/office/powerpoint/2010/main" val="452345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F1D7FB-B2E0-BDE6-5C89-6B9382D87E85}"/>
              </a:ext>
            </a:extLst>
          </p:cNvPr>
          <p:cNvSpPr txBox="1"/>
          <p:nvPr/>
        </p:nvSpPr>
        <p:spPr>
          <a:xfrm>
            <a:off x="1166240" y="1289953"/>
            <a:ext cx="9586452" cy="4278094"/>
          </a:xfrm>
          <a:custGeom>
            <a:avLst/>
            <a:gdLst>
              <a:gd name="connsiteX0" fmla="*/ 0 w 9586452"/>
              <a:gd name="connsiteY0" fmla="*/ 0 h 4278094"/>
              <a:gd name="connsiteX1" fmla="*/ 407424 w 9586452"/>
              <a:gd name="connsiteY1" fmla="*/ 0 h 4278094"/>
              <a:gd name="connsiteX2" fmla="*/ 814848 w 9586452"/>
              <a:gd name="connsiteY2" fmla="*/ 0 h 4278094"/>
              <a:gd name="connsiteX3" fmla="*/ 1126408 w 9586452"/>
              <a:gd name="connsiteY3" fmla="*/ 0 h 4278094"/>
              <a:gd name="connsiteX4" fmla="*/ 1821426 w 9586452"/>
              <a:gd name="connsiteY4" fmla="*/ 0 h 4278094"/>
              <a:gd name="connsiteX5" fmla="*/ 2612308 w 9586452"/>
              <a:gd name="connsiteY5" fmla="*/ 0 h 4278094"/>
              <a:gd name="connsiteX6" fmla="*/ 3403190 w 9586452"/>
              <a:gd name="connsiteY6" fmla="*/ 0 h 4278094"/>
              <a:gd name="connsiteX7" fmla="*/ 3906479 w 9586452"/>
              <a:gd name="connsiteY7" fmla="*/ 0 h 4278094"/>
              <a:gd name="connsiteX8" fmla="*/ 4505632 w 9586452"/>
              <a:gd name="connsiteY8" fmla="*/ 0 h 4278094"/>
              <a:gd name="connsiteX9" fmla="*/ 4913057 w 9586452"/>
              <a:gd name="connsiteY9" fmla="*/ 0 h 4278094"/>
              <a:gd name="connsiteX10" fmla="*/ 5512210 w 9586452"/>
              <a:gd name="connsiteY10" fmla="*/ 0 h 4278094"/>
              <a:gd name="connsiteX11" fmla="*/ 6015499 w 9586452"/>
              <a:gd name="connsiteY11" fmla="*/ 0 h 4278094"/>
              <a:gd name="connsiteX12" fmla="*/ 6422923 w 9586452"/>
              <a:gd name="connsiteY12" fmla="*/ 0 h 4278094"/>
              <a:gd name="connsiteX13" fmla="*/ 7022076 w 9586452"/>
              <a:gd name="connsiteY13" fmla="*/ 0 h 4278094"/>
              <a:gd name="connsiteX14" fmla="*/ 7717094 w 9586452"/>
              <a:gd name="connsiteY14" fmla="*/ 0 h 4278094"/>
              <a:gd name="connsiteX15" fmla="*/ 8028654 w 9586452"/>
              <a:gd name="connsiteY15" fmla="*/ 0 h 4278094"/>
              <a:gd name="connsiteX16" fmla="*/ 8819536 w 9586452"/>
              <a:gd name="connsiteY16" fmla="*/ 0 h 4278094"/>
              <a:gd name="connsiteX17" fmla="*/ 9586452 w 9586452"/>
              <a:gd name="connsiteY17" fmla="*/ 0 h 4278094"/>
              <a:gd name="connsiteX18" fmla="*/ 9586452 w 9586452"/>
              <a:gd name="connsiteY18" fmla="*/ 449200 h 4278094"/>
              <a:gd name="connsiteX19" fmla="*/ 9586452 w 9586452"/>
              <a:gd name="connsiteY19" fmla="*/ 1069524 h 4278094"/>
              <a:gd name="connsiteX20" fmla="*/ 9586452 w 9586452"/>
              <a:gd name="connsiteY20" fmla="*/ 1561504 h 4278094"/>
              <a:gd name="connsiteX21" fmla="*/ 9586452 w 9586452"/>
              <a:gd name="connsiteY21" fmla="*/ 2181828 h 4278094"/>
              <a:gd name="connsiteX22" fmla="*/ 9586452 w 9586452"/>
              <a:gd name="connsiteY22" fmla="*/ 2802152 h 4278094"/>
              <a:gd name="connsiteX23" fmla="*/ 9586452 w 9586452"/>
              <a:gd name="connsiteY23" fmla="*/ 3336913 h 4278094"/>
              <a:gd name="connsiteX24" fmla="*/ 9586452 w 9586452"/>
              <a:gd name="connsiteY24" fmla="*/ 4278094 h 4278094"/>
              <a:gd name="connsiteX25" fmla="*/ 8891434 w 9586452"/>
              <a:gd name="connsiteY25" fmla="*/ 4278094 h 4278094"/>
              <a:gd name="connsiteX26" fmla="*/ 8196416 w 9586452"/>
              <a:gd name="connsiteY26" fmla="*/ 4278094 h 4278094"/>
              <a:gd name="connsiteX27" fmla="*/ 7884857 w 9586452"/>
              <a:gd name="connsiteY27" fmla="*/ 4278094 h 4278094"/>
              <a:gd name="connsiteX28" fmla="*/ 7381568 w 9586452"/>
              <a:gd name="connsiteY28" fmla="*/ 4278094 h 4278094"/>
              <a:gd name="connsiteX29" fmla="*/ 7070008 w 9586452"/>
              <a:gd name="connsiteY29" fmla="*/ 4278094 h 4278094"/>
              <a:gd name="connsiteX30" fmla="*/ 6662584 w 9586452"/>
              <a:gd name="connsiteY30" fmla="*/ 4278094 h 4278094"/>
              <a:gd name="connsiteX31" fmla="*/ 5871702 w 9586452"/>
              <a:gd name="connsiteY31" fmla="*/ 4278094 h 4278094"/>
              <a:gd name="connsiteX32" fmla="*/ 5176684 w 9586452"/>
              <a:gd name="connsiteY32" fmla="*/ 4278094 h 4278094"/>
              <a:gd name="connsiteX33" fmla="*/ 4769260 w 9586452"/>
              <a:gd name="connsiteY33" fmla="*/ 4278094 h 4278094"/>
              <a:gd name="connsiteX34" fmla="*/ 4457700 w 9586452"/>
              <a:gd name="connsiteY34" fmla="*/ 4278094 h 4278094"/>
              <a:gd name="connsiteX35" fmla="*/ 4050276 w 9586452"/>
              <a:gd name="connsiteY35" fmla="*/ 4278094 h 4278094"/>
              <a:gd name="connsiteX36" fmla="*/ 3355258 w 9586452"/>
              <a:gd name="connsiteY36" fmla="*/ 4278094 h 4278094"/>
              <a:gd name="connsiteX37" fmla="*/ 3043699 w 9586452"/>
              <a:gd name="connsiteY37" fmla="*/ 4278094 h 4278094"/>
              <a:gd name="connsiteX38" fmla="*/ 2636274 w 9586452"/>
              <a:gd name="connsiteY38" fmla="*/ 4278094 h 4278094"/>
              <a:gd name="connsiteX39" fmla="*/ 1845392 w 9586452"/>
              <a:gd name="connsiteY39" fmla="*/ 4278094 h 4278094"/>
              <a:gd name="connsiteX40" fmla="*/ 1342103 w 9586452"/>
              <a:gd name="connsiteY40" fmla="*/ 4278094 h 4278094"/>
              <a:gd name="connsiteX41" fmla="*/ 934679 w 9586452"/>
              <a:gd name="connsiteY41" fmla="*/ 4278094 h 4278094"/>
              <a:gd name="connsiteX42" fmla="*/ 0 w 9586452"/>
              <a:gd name="connsiteY42" fmla="*/ 4278094 h 4278094"/>
              <a:gd name="connsiteX43" fmla="*/ 0 w 9586452"/>
              <a:gd name="connsiteY43" fmla="*/ 3786113 h 4278094"/>
              <a:gd name="connsiteX44" fmla="*/ 0 w 9586452"/>
              <a:gd name="connsiteY44" fmla="*/ 3165790 h 4278094"/>
              <a:gd name="connsiteX45" fmla="*/ 0 w 9586452"/>
              <a:gd name="connsiteY45" fmla="*/ 2545466 h 4278094"/>
              <a:gd name="connsiteX46" fmla="*/ 0 w 9586452"/>
              <a:gd name="connsiteY46" fmla="*/ 1967923 h 4278094"/>
              <a:gd name="connsiteX47" fmla="*/ 0 w 9586452"/>
              <a:gd name="connsiteY47" fmla="*/ 1433161 h 4278094"/>
              <a:gd name="connsiteX48" fmla="*/ 0 w 9586452"/>
              <a:gd name="connsiteY48" fmla="*/ 855619 h 4278094"/>
              <a:gd name="connsiteX49" fmla="*/ 0 w 9586452"/>
              <a:gd name="connsiteY49" fmla="*/ 0 h 427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9586452" h="4278094" extrusionOk="0">
                <a:moveTo>
                  <a:pt x="0" y="0"/>
                </a:moveTo>
                <a:cubicBezTo>
                  <a:pt x="173479" y="-10151"/>
                  <a:pt x="296244" y="28695"/>
                  <a:pt x="407424" y="0"/>
                </a:cubicBezTo>
                <a:cubicBezTo>
                  <a:pt x="518604" y="-28695"/>
                  <a:pt x="701576" y="13772"/>
                  <a:pt x="814848" y="0"/>
                </a:cubicBezTo>
                <a:cubicBezTo>
                  <a:pt x="928120" y="-13772"/>
                  <a:pt x="1016046" y="4298"/>
                  <a:pt x="1126408" y="0"/>
                </a:cubicBezTo>
                <a:cubicBezTo>
                  <a:pt x="1236770" y="-4298"/>
                  <a:pt x="1517872" y="80266"/>
                  <a:pt x="1821426" y="0"/>
                </a:cubicBezTo>
                <a:cubicBezTo>
                  <a:pt x="2124980" y="-80266"/>
                  <a:pt x="2318781" y="17057"/>
                  <a:pt x="2612308" y="0"/>
                </a:cubicBezTo>
                <a:cubicBezTo>
                  <a:pt x="2905835" y="-17057"/>
                  <a:pt x="3155472" y="90802"/>
                  <a:pt x="3403190" y="0"/>
                </a:cubicBezTo>
                <a:cubicBezTo>
                  <a:pt x="3650908" y="-90802"/>
                  <a:pt x="3662513" y="39422"/>
                  <a:pt x="3906479" y="0"/>
                </a:cubicBezTo>
                <a:cubicBezTo>
                  <a:pt x="4150445" y="-39422"/>
                  <a:pt x="4254878" y="10265"/>
                  <a:pt x="4505632" y="0"/>
                </a:cubicBezTo>
                <a:cubicBezTo>
                  <a:pt x="4756386" y="-10265"/>
                  <a:pt x="4825934" y="20523"/>
                  <a:pt x="4913057" y="0"/>
                </a:cubicBezTo>
                <a:cubicBezTo>
                  <a:pt x="5000181" y="-20523"/>
                  <a:pt x="5386327" y="26440"/>
                  <a:pt x="5512210" y="0"/>
                </a:cubicBezTo>
                <a:cubicBezTo>
                  <a:pt x="5638093" y="-26440"/>
                  <a:pt x="5828375" y="38912"/>
                  <a:pt x="6015499" y="0"/>
                </a:cubicBezTo>
                <a:cubicBezTo>
                  <a:pt x="6202623" y="-38912"/>
                  <a:pt x="6219734" y="20685"/>
                  <a:pt x="6422923" y="0"/>
                </a:cubicBezTo>
                <a:cubicBezTo>
                  <a:pt x="6626112" y="-20685"/>
                  <a:pt x="6776633" y="69750"/>
                  <a:pt x="7022076" y="0"/>
                </a:cubicBezTo>
                <a:cubicBezTo>
                  <a:pt x="7267519" y="-69750"/>
                  <a:pt x="7545737" y="80730"/>
                  <a:pt x="7717094" y="0"/>
                </a:cubicBezTo>
                <a:cubicBezTo>
                  <a:pt x="7888451" y="-80730"/>
                  <a:pt x="7887664" y="3882"/>
                  <a:pt x="8028654" y="0"/>
                </a:cubicBezTo>
                <a:cubicBezTo>
                  <a:pt x="8169644" y="-3882"/>
                  <a:pt x="8442343" y="10879"/>
                  <a:pt x="8819536" y="0"/>
                </a:cubicBezTo>
                <a:cubicBezTo>
                  <a:pt x="9196729" y="-10879"/>
                  <a:pt x="9326597" y="67836"/>
                  <a:pt x="9586452" y="0"/>
                </a:cubicBezTo>
                <a:cubicBezTo>
                  <a:pt x="9609375" y="134728"/>
                  <a:pt x="9541757" y="350173"/>
                  <a:pt x="9586452" y="449200"/>
                </a:cubicBezTo>
                <a:cubicBezTo>
                  <a:pt x="9631147" y="548227"/>
                  <a:pt x="9584136" y="780880"/>
                  <a:pt x="9586452" y="1069524"/>
                </a:cubicBezTo>
                <a:cubicBezTo>
                  <a:pt x="9588768" y="1358168"/>
                  <a:pt x="9570503" y="1359541"/>
                  <a:pt x="9586452" y="1561504"/>
                </a:cubicBezTo>
                <a:cubicBezTo>
                  <a:pt x="9602401" y="1763467"/>
                  <a:pt x="9541110" y="2010998"/>
                  <a:pt x="9586452" y="2181828"/>
                </a:cubicBezTo>
                <a:cubicBezTo>
                  <a:pt x="9631794" y="2352658"/>
                  <a:pt x="9532365" y="2526950"/>
                  <a:pt x="9586452" y="2802152"/>
                </a:cubicBezTo>
                <a:cubicBezTo>
                  <a:pt x="9640539" y="3077354"/>
                  <a:pt x="9574905" y="3229410"/>
                  <a:pt x="9586452" y="3336913"/>
                </a:cubicBezTo>
                <a:cubicBezTo>
                  <a:pt x="9597999" y="3444416"/>
                  <a:pt x="9535613" y="4084306"/>
                  <a:pt x="9586452" y="4278094"/>
                </a:cubicBezTo>
                <a:cubicBezTo>
                  <a:pt x="9383893" y="4345803"/>
                  <a:pt x="9154495" y="4241147"/>
                  <a:pt x="8891434" y="4278094"/>
                </a:cubicBezTo>
                <a:cubicBezTo>
                  <a:pt x="8628373" y="4315041"/>
                  <a:pt x="8439044" y="4198323"/>
                  <a:pt x="8196416" y="4278094"/>
                </a:cubicBezTo>
                <a:cubicBezTo>
                  <a:pt x="7953788" y="4357865"/>
                  <a:pt x="7971087" y="4277843"/>
                  <a:pt x="7884857" y="4278094"/>
                </a:cubicBezTo>
                <a:cubicBezTo>
                  <a:pt x="7798627" y="4278345"/>
                  <a:pt x="7574584" y="4229145"/>
                  <a:pt x="7381568" y="4278094"/>
                </a:cubicBezTo>
                <a:cubicBezTo>
                  <a:pt x="7188552" y="4327043"/>
                  <a:pt x="7187577" y="4258850"/>
                  <a:pt x="7070008" y="4278094"/>
                </a:cubicBezTo>
                <a:cubicBezTo>
                  <a:pt x="6952439" y="4297338"/>
                  <a:pt x="6751082" y="4274664"/>
                  <a:pt x="6662584" y="4278094"/>
                </a:cubicBezTo>
                <a:cubicBezTo>
                  <a:pt x="6574086" y="4281524"/>
                  <a:pt x="6182337" y="4225258"/>
                  <a:pt x="5871702" y="4278094"/>
                </a:cubicBezTo>
                <a:cubicBezTo>
                  <a:pt x="5561067" y="4330930"/>
                  <a:pt x="5369117" y="4260020"/>
                  <a:pt x="5176684" y="4278094"/>
                </a:cubicBezTo>
                <a:cubicBezTo>
                  <a:pt x="4984251" y="4296168"/>
                  <a:pt x="4873110" y="4238885"/>
                  <a:pt x="4769260" y="4278094"/>
                </a:cubicBezTo>
                <a:cubicBezTo>
                  <a:pt x="4665410" y="4317303"/>
                  <a:pt x="4575640" y="4272704"/>
                  <a:pt x="4457700" y="4278094"/>
                </a:cubicBezTo>
                <a:cubicBezTo>
                  <a:pt x="4339760" y="4283484"/>
                  <a:pt x="4249841" y="4269287"/>
                  <a:pt x="4050276" y="4278094"/>
                </a:cubicBezTo>
                <a:cubicBezTo>
                  <a:pt x="3850711" y="4286901"/>
                  <a:pt x="3647007" y="4196588"/>
                  <a:pt x="3355258" y="4278094"/>
                </a:cubicBezTo>
                <a:cubicBezTo>
                  <a:pt x="3063509" y="4359600"/>
                  <a:pt x="3150069" y="4254837"/>
                  <a:pt x="3043699" y="4278094"/>
                </a:cubicBezTo>
                <a:cubicBezTo>
                  <a:pt x="2937329" y="4301351"/>
                  <a:pt x="2776879" y="4263006"/>
                  <a:pt x="2636274" y="4278094"/>
                </a:cubicBezTo>
                <a:cubicBezTo>
                  <a:pt x="2495670" y="4293182"/>
                  <a:pt x="2109762" y="4244470"/>
                  <a:pt x="1845392" y="4278094"/>
                </a:cubicBezTo>
                <a:cubicBezTo>
                  <a:pt x="1581022" y="4311718"/>
                  <a:pt x="1501844" y="4220955"/>
                  <a:pt x="1342103" y="4278094"/>
                </a:cubicBezTo>
                <a:cubicBezTo>
                  <a:pt x="1182362" y="4335233"/>
                  <a:pt x="1016833" y="4275746"/>
                  <a:pt x="934679" y="4278094"/>
                </a:cubicBezTo>
                <a:cubicBezTo>
                  <a:pt x="852525" y="4280442"/>
                  <a:pt x="437026" y="4234193"/>
                  <a:pt x="0" y="4278094"/>
                </a:cubicBezTo>
                <a:cubicBezTo>
                  <a:pt x="-52598" y="4125451"/>
                  <a:pt x="53404" y="3914548"/>
                  <a:pt x="0" y="3786113"/>
                </a:cubicBezTo>
                <a:cubicBezTo>
                  <a:pt x="-53404" y="3657678"/>
                  <a:pt x="6587" y="3424284"/>
                  <a:pt x="0" y="3165790"/>
                </a:cubicBezTo>
                <a:cubicBezTo>
                  <a:pt x="-6587" y="2907296"/>
                  <a:pt x="29210" y="2781414"/>
                  <a:pt x="0" y="2545466"/>
                </a:cubicBezTo>
                <a:cubicBezTo>
                  <a:pt x="-29210" y="2309518"/>
                  <a:pt x="53008" y="2207807"/>
                  <a:pt x="0" y="1967923"/>
                </a:cubicBezTo>
                <a:cubicBezTo>
                  <a:pt x="-53008" y="1728039"/>
                  <a:pt x="20900" y="1660290"/>
                  <a:pt x="0" y="1433161"/>
                </a:cubicBezTo>
                <a:cubicBezTo>
                  <a:pt x="-20900" y="1206032"/>
                  <a:pt x="35577" y="994784"/>
                  <a:pt x="0" y="855619"/>
                </a:cubicBezTo>
                <a:cubicBezTo>
                  <a:pt x="-35577" y="716454"/>
                  <a:pt x="57452" y="203931"/>
                  <a:pt x="0" y="0"/>
                </a:cubicBezTo>
                <a:close/>
              </a:path>
            </a:pathLst>
          </a:custGeom>
          <a:noFill/>
          <a:ln w="19050">
            <a:solidFill>
              <a:schemeClr val="accent2">
                <a:lumMod val="50000"/>
              </a:schemeClr>
            </a:solidFill>
            <a:extLst>
              <a:ext uri="{C807C97D-BFC1-408E-A445-0C87EB9F89A2}">
                <ask:lineSketchStyleProps xmlns:ask="http://schemas.microsoft.com/office/drawing/2018/sketchyshapes" sd="586869416">
                  <a:prstGeom prst="rect">
                    <a:avLst/>
                  </a:prstGeom>
                  <ask:type>
                    <ask:lineSketchScribble/>
                  </ask:type>
                </ask:lineSketchStyleProps>
              </a:ext>
            </a:extLst>
          </a:ln>
        </p:spPr>
        <p:txBody>
          <a:bodyPr wrap="square">
            <a:spAutoFit/>
          </a:bodyPr>
          <a:lstStyle/>
          <a:p>
            <a:endParaRPr lang="en-IN" sz="16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2400" dirty="0">
                <a:effectLst/>
                <a:latin typeface="Times New Roman" panose="02020603050405020304" pitchFamily="18" charset="0"/>
                <a:ea typeface="Times New Roman" panose="02020603050405020304" pitchFamily="18" charset="0"/>
              </a:rPr>
              <a:t>Goodman, J. W. </a:t>
            </a:r>
            <a:r>
              <a:rPr lang="en-US" sz="2400" i="1" dirty="0">
                <a:effectLst/>
                <a:latin typeface="Times New Roman" panose="02020603050405020304" pitchFamily="18" charset="0"/>
                <a:ea typeface="Times New Roman" panose="02020603050405020304" pitchFamily="18" charset="0"/>
              </a:rPr>
              <a:t>Speckle Phenomena in Optics: Theory and Applications</a:t>
            </a:r>
            <a:r>
              <a:rPr lang="en-US" sz="2400" dirty="0">
                <a:effectLst/>
                <a:latin typeface="Times New Roman" panose="02020603050405020304" pitchFamily="18" charset="0"/>
                <a:ea typeface="Times New Roman" panose="02020603050405020304" pitchFamily="18" charset="0"/>
              </a:rPr>
              <a:t>. Roberts and Company, 1975.</a:t>
            </a:r>
            <a:endParaRPr lang="en-US" sz="2400" dirty="0">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endParaRPr lang="en-IN" sz="16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2400" dirty="0">
                <a:effectLst/>
                <a:latin typeface="Times New Roman" panose="02020603050405020304" pitchFamily="18" charset="0"/>
                <a:ea typeface="Times New Roman" panose="02020603050405020304" pitchFamily="18" charset="0"/>
              </a:rPr>
              <a:t>Briers, J. D. "Laser speckle contrast imaging for measuring blood flow." </a:t>
            </a:r>
            <a:r>
              <a:rPr lang="en-US" sz="2400" i="1" dirty="0">
                <a:effectLst/>
                <a:latin typeface="Times New Roman" panose="02020603050405020304" pitchFamily="18" charset="0"/>
                <a:ea typeface="Times New Roman" panose="02020603050405020304" pitchFamily="18" charset="0"/>
              </a:rPr>
              <a:t>Optics and Laser Technology</a:t>
            </a:r>
            <a:r>
              <a:rPr lang="en-US" sz="2400" dirty="0">
                <a:effectLst/>
                <a:latin typeface="Times New Roman" panose="02020603050405020304" pitchFamily="18" charset="0"/>
                <a:ea typeface="Times New Roman" panose="02020603050405020304" pitchFamily="18" charset="0"/>
              </a:rPr>
              <a:t>, 1996.</a:t>
            </a:r>
          </a:p>
          <a:p>
            <a:pPr marL="342900" lvl="0" indent="-342900">
              <a:buFont typeface="+mj-lt"/>
              <a:buAutoNum type="arabicPeriod"/>
              <a:tabLst>
                <a:tab pos="457200" algn="l"/>
              </a:tabLst>
            </a:pPr>
            <a:endParaRPr lang="en-IN" sz="16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2400" dirty="0">
                <a:effectLst/>
                <a:latin typeface="Times New Roman" panose="02020603050405020304" pitchFamily="18" charset="0"/>
                <a:ea typeface="Times New Roman" panose="02020603050405020304" pitchFamily="18" charset="0"/>
              </a:rPr>
              <a:t>Dainty, J. C. </a:t>
            </a:r>
            <a:r>
              <a:rPr lang="en-US" sz="2400" i="1" dirty="0">
                <a:effectLst/>
                <a:latin typeface="Times New Roman" panose="02020603050405020304" pitchFamily="18" charset="0"/>
                <a:ea typeface="Times New Roman" panose="02020603050405020304" pitchFamily="18" charset="0"/>
              </a:rPr>
              <a:t>Laser Speckle and Related Phenomena</a:t>
            </a:r>
            <a:r>
              <a:rPr lang="en-US" sz="2400" dirty="0">
                <a:effectLst/>
                <a:latin typeface="Times New Roman" panose="02020603050405020304" pitchFamily="18" charset="0"/>
                <a:ea typeface="Times New Roman" panose="02020603050405020304" pitchFamily="18" charset="0"/>
              </a:rPr>
              <a:t>. Springer, 1984.</a:t>
            </a:r>
          </a:p>
          <a:p>
            <a:pPr marL="342900" lvl="0" indent="-342900">
              <a:buFont typeface="+mj-lt"/>
              <a:buAutoNum type="arabicPeriod"/>
              <a:tabLst>
                <a:tab pos="457200" algn="l"/>
              </a:tabLst>
            </a:pPr>
            <a:endParaRPr lang="en-IN" sz="16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2400" dirty="0">
                <a:effectLst/>
                <a:latin typeface="Times New Roman" panose="02020603050405020304" pitchFamily="18" charset="0"/>
                <a:ea typeface="Times New Roman" panose="02020603050405020304" pitchFamily="18" charset="0"/>
              </a:rPr>
              <a:t>Tyson, R. K. </a:t>
            </a:r>
            <a:r>
              <a:rPr lang="en-US" sz="2400" i="1" dirty="0">
                <a:effectLst/>
                <a:latin typeface="Times New Roman" panose="02020603050405020304" pitchFamily="18" charset="0"/>
                <a:ea typeface="Times New Roman" panose="02020603050405020304" pitchFamily="18" charset="0"/>
              </a:rPr>
              <a:t>Principles of Adaptive Optics</a:t>
            </a:r>
            <a:r>
              <a:rPr lang="en-US" sz="2400" dirty="0">
                <a:effectLst/>
                <a:latin typeface="Times New Roman" panose="02020603050405020304" pitchFamily="18" charset="0"/>
                <a:ea typeface="Times New Roman" panose="02020603050405020304" pitchFamily="18" charset="0"/>
              </a:rPr>
              <a:t>. CRC Press, 2011.</a:t>
            </a:r>
          </a:p>
          <a:p>
            <a:pPr marL="342900" lvl="0" indent="-342900">
              <a:buFont typeface="+mj-lt"/>
              <a:buAutoNum type="arabicPeriod"/>
              <a:tabLst>
                <a:tab pos="457200" algn="l"/>
              </a:tabLst>
            </a:pPr>
            <a:endParaRPr lang="en-IN" sz="16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2400" dirty="0" err="1">
                <a:effectLst/>
                <a:latin typeface="Times New Roman" panose="02020603050405020304" pitchFamily="18" charset="0"/>
                <a:ea typeface="Times New Roman" panose="02020603050405020304" pitchFamily="18" charset="0"/>
              </a:rPr>
              <a:t>Fercher</a:t>
            </a:r>
            <a:r>
              <a:rPr lang="en-US" sz="2400" dirty="0">
                <a:effectLst/>
                <a:latin typeface="Times New Roman" panose="02020603050405020304" pitchFamily="18" charset="0"/>
                <a:ea typeface="Times New Roman" panose="02020603050405020304" pitchFamily="18" charset="0"/>
              </a:rPr>
              <a:t>, A. F., and Briers, J. D. "Flow visualization by means of single-exposure speckle photography." </a:t>
            </a:r>
            <a:r>
              <a:rPr lang="en-US" sz="2400" i="1" dirty="0">
                <a:effectLst/>
                <a:latin typeface="Times New Roman" panose="02020603050405020304" pitchFamily="18" charset="0"/>
                <a:ea typeface="Times New Roman" panose="02020603050405020304" pitchFamily="18" charset="0"/>
              </a:rPr>
              <a:t>Optics Communications</a:t>
            </a:r>
            <a:r>
              <a:rPr lang="en-US" sz="2400" dirty="0">
                <a:effectLst/>
                <a:latin typeface="Times New Roman" panose="02020603050405020304" pitchFamily="18" charset="0"/>
                <a:ea typeface="Times New Roman" panose="02020603050405020304" pitchFamily="18" charset="0"/>
              </a:rPr>
              <a:t>, 1981</a:t>
            </a:r>
            <a:r>
              <a:rPr lang="en-US" dirty="0">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p:txBody>
      </p:sp>
      <p:sp>
        <p:nvSpPr>
          <p:cNvPr id="2" name="Title 1">
            <a:extLst>
              <a:ext uri="{FF2B5EF4-FFF2-40B4-BE49-F238E27FC236}">
                <a16:creationId xmlns:a16="http://schemas.microsoft.com/office/drawing/2014/main" id="{C514C2EF-0A17-98BD-4A38-D866C1D1DB1A}"/>
              </a:ext>
            </a:extLst>
          </p:cNvPr>
          <p:cNvSpPr>
            <a:spLocks noGrp="1"/>
          </p:cNvSpPr>
          <p:nvPr>
            <p:ph type="title"/>
          </p:nvPr>
        </p:nvSpPr>
        <p:spPr>
          <a:xfrm>
            <a:off x="4440938" y="455537"/>
            <a:ext cx="3037055" cy="521208"/>
          </a:xfrm>
          <a:custGeom>
            <a:avLst/>
            <a:gdLst>
              <a:gd name="connsiteX0" fmla="*/ 0 w 3037055"/>
              <a:gd name="connsiteY0" fmla="*/ 0 h 521208"/>
              <a:gd name="connsiteX1" fmla="*/ 577040 w 3037055"/>
              <a:gd name="connsiteY1" fmla="*/ 0 h 521208"/>
              <a:gd name="connsiteX2" fmla="*/ 1154081 w 3037055"/>
              <a:gd name="connsiteY2" fmla="*/ 0 h 521208"/>
              <a:gd name="connsiteX3" fmla="*/ 1761492 w 3037055"/>
              <a:gd name="connsiteY3" fmla="*/ 0 h 521208"/>
              <a:gd name="connsiteX4" fmla="*/ 2368903 w 3037055"/>
              <a:gd name="connsiteY4" fmla="*/ 0 h 521208"/>
              <a:gd name="connsiteX5" fmla="*/ 3037055 w 3037055"/>
              <a:gd name="connsiteY5" fmla="*/ 0 h 521208"/>
              <a:gd name="connsiteX6" fmla="*/ 3037055 w 3037055"/>
              <a:gd name="connsiteY6" fmla="*/ 521208 h 521208"/>
              <a:gd name="connsiteX7" fmla="*/ 2520756 w 3037055"/>
              <a:gd name="connsiteY7" fmla="*/ 521208 h 521208"/>
              <a:gd name="connsiteX8" fmla="*/ 1974086 w 3037055"/>
              <a:gd name="connsiteY8" fmla="*/ 521208 h 521208"/>
              <a:gd name="connsiteX9" fmla="*/ 1305934 w 3037055"/>
              <a:gd name="connsiteY9" fmla="*/ 521208 h 521208"/>
              <a:gd name="connsiteX10" fmla="*/ 698523 w 3037055"/>
              <a:gd name="connsiteY10" fmla="*/ 521208 h 521208"/>
              <a:gd name="connsiteX11" fmla="*/ 0 w 3037055"/>
              <a:gd name="connsiteY11" fmla="*/ 521208 h 521208"/>
              <a:gd name="connsiteX12" fmla="*/ 0 w 3037055"/>
              <a:gd name="connsiteY12" fmla="*/ 0 h 5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055" h="521208" fill="none" extrusionOk="0">
                <a:moveTo>
                  <a:pt x="0" y="0"/>
                </a:moveTo>
                <a:cubicBezTo>
                  <a:pt x="264672" y="-136"/>
                  <a:pt x="304125" y="10858"/>
                  <a:pt x="577040" y="0"/>
                </a:cubicBezTo>
                <a:cubicBezTo>
                  <a:pt x="849955" y="-10858"/>
                  <a:pt x="950118" y="-14717"/>
                  <a:pt x="1154081" y="0"/>
                </a:cubicBezTo>
                <a:cubicBezTo>
                  <a:pt x="1358044" y="14717"/>
                  <a:pt x="1509939" y="-1054"/>
                  <a:pt x="1761492" y="0"/>
                </a:cubicBezTo>
                <a:cubicBezTo>
                  <a:pt x="2013045" y="1054"/>
                  <a:pt x="2104187" y="27757"/>
                  <a:pt x="2368903" y="0"/>
                </a:cubicBezTo>
                <a:cubicBezTo>
                  <a:pt x="2633619" y="-27757"/>
                  <a:pt x="2829664" y="-25349"/>
                  <a:pt x="3037055" y="0"/>
                </a:cubicBezTo>
                <a:cubicBezTo>
                  <a:pt x="3052026" y="220278"/>
                  <a:pt x="3015354" y="404322"/>
                  <a:pt x="3037055" y="521208"/>
                </a:cubicBezTo>
                <a:cubicBezTo>
                  <a:pt x="2864543" y="516337"/>
                  <a:pt x="2725839" y="501081"/>
                  <a:pt x="2520756" y="521208"/>
                </a:cubicBezTo>
                <a:cubicBezTo>
                  <a:pt x="2315673" y="541335"/>
                  <a:pt x="2097284" y="505713"/>
                  <a:pt x="1974086" y="521208"/>
                </a:cubicBezTo>
                <a:cubicBezTo>
                  <a:pt x="1850888" y="536704"/>
                  <a:pt x="1553629" y="545517"/>
                  <a:pt x="1305934" y="521208"/>
                </a:cubicBezTo>
                <a:cubicBezTo>
                  <a:pt x="1058239" y="496899"/>
                  <a:pt x="862294" y="546890"/>
                  <a:pt x="698523" y="521208"/>
                </a:cubicBezTo>
                <a:cubicBezTo>
                  <a:pt x="534752" y="495526"/>
                  <a:pt x="218836" y="546959"/>
                  <a:pt x="0" y="521208"/>
                </a:cubicBezTo>
                <a:cubicBezTo>
                  <a:pt x="22256" y="361964"/>
                  <a:pt x="-24727" y="177388"/>
                  <a:pt x="0" y="0"/>
                </a:cubicBezTo>
                <a:close/>
              </a:path>
              <a:path w="3037055" h="521208" stroke="0" extrusionOk="0">
                <a:moveTo>
                  <a:pt x="0" y="0"/>
                </a:moveTo>
                <a:cubicBezTo>
                  <a:pt x="180049" y="21470"/>
                  <a:pt x="407230" y="-7798"/>
                  <a:pt x="577040" y="0"/>
                </a:cubicBezTo>
                <a:cubicBezTo>
                  <a:pt x="746850" y="7798"/>
                  <a:pt x="1004603" y="-32186"/>
                  <a:pt x="1245193" y="0"/>
                </a:cubicBezTo>
                <a:cubicBezTo>
                  <a:pt x="1485783" y="32186"/>
                  <a:pt x="1570738" y="18794"/>
                  <a:pt x="1882974" y="0"/>
                </a:cubicBezTo>
                <a:cubicBezTo>
                  <a:pt x="2195210" y="-18794"/>
                  <a:pt x="2268987" y="18186"/>
                  <a:pt x="2429644" y="0"/>
                </a:cubicBezTo>
                <a:cubicBezTo>
                  <a:pt x="2590301" y="-18186"/>
                  <a:pt x="2881406" y="19998"/>
                  <a:pt x="3037055" y="0"/>
                </a:cubicBezTo>
                <a:cubicBezTo>
                  <a:pt x="3062196" y="221551"/>
                  <a:pt x="3024416" y="373328"/>
                  <a:pt x="3037055" y="521208"/>
                </a:cubicBezTo>
                <a:cubicBezTo>
                  <a:pt x="2792535" y="532661"/>
                  <a:pt x="2714156" y="491035"/>
                  <a:pt x="2399273" y="521208"/>
                </a:cubicBezTo>
                <a:cubicBezTo>
                  <a:pt x="2084390" y="551381"/>
                  <a:pt x="1921666" y="500998"/>
                  <a:pt x="1791862" y="521208"/>
                </a:cubicBezTo>
                <a:cubicBezTo>
                  <a:pt x="1662058" y="541418"/>
                  <a:pt x="1459481" y="502350"/>
                  <a:pt x="1245193" y="521208"/>
                </a:cubicBezTo>
                <a:cubicBezTo>
                  <a:pt x="1030905" y="540066"/>
                  <a:pt x="919402" y="497391"/>
                  <a:pt x="637782" y="521208"/>
                </a:cubicBezTo>
                <a:cubicBezTo>
                  <a:pt x="356162" y="545025"/>
                  <a:pt x="286457" y="514496"/>
                  <a:pt x="0" y="521208"/>
                </a:cubicBezTo>
                <a:cubicBezTo>
                  <a:pt x="-17697" y="322997"/>
                  <a:pt x="15223" y="196747"/>
                  <a:pt x="0" y="0"/>
                </a:cubicBezTo>
                <a:close/>
              </a:path>
            </a:pathLst>
          </a:custGeom>
          <a:ln>
            <a:extLst>
              <a:ext uri="{C807C97D-BFC1-408E-A445-0C87EB9F89A2}">
                <ask:lineSketchStyleProps xmlns:ask="http://schemas.microsoft.com/office/drawing/2018/sketchyshapes" sd="874966754">
                  <ask:type>
                    <ask:lineSketchFreehand/>
                  </ask:type>
                </ask:lineSketchStyleProps>
              </a:ext>
            </a:extLst>
          </a:ln>
        </p:spPr>
        <p:txBody>
          <a:bodyPr>
            <a:normAutofit fontScale="90000"/>
          </a:bodyPr>
          <a:lstStyle/>
          <a:p>
            <a:r>
              <a:rPr lang="en-US" sz="2800" b="1" dirty="0">
                <a:effectLst/>
                <a:latin typeface="Times New Roman" panose="02020603050405020304" pitchFamily="18" charset="0"/>
                <a:ea typeface="Times New Roman" panose="02020603050405020304" pitchFamily="18" charset="0"/>
              </a:rPr>
              <a:t>References</a:t>
            </a:r>
            <a:endParaRPr lang="en-US" dirty="0"/>
          </a:p>
        </p:txBody>
      </p:sp>
    </p:spTree>
    <p:extLst>
      <p:ext uri="{BB962C8B-B14F-4D97-AF65-F5344CB8AC3E}">
        <p14:creationId xmlns:p14="http://schemas.microsoft.com/office/powerpoint/2010/main" val="4095934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CBBCC91-09BF-FE0D-3A59-50A4D09BD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E8C47-4FA7-0AF7-7216-8ACD7AB72CF2}"/>
              </a:ext>
            </a:extLst>
          </p:cNvPr>
          <p:cNvSpPr>
            <a:spLocks noGrp="1"/>
          </p:cNvSpPr>
          <p:nvPr>
            <p:ph type="title"/>
          </p:nvPr>
        </p:nvSpPr>
        <p:spPr>
          <a:xfrm>
            <a:off x="3624861" y="209730"/>
            <a:ext cx="4476920" cy="521208"/>
          </a:xfrm>
          <a:custGeom>
            <a:avLst/>
            <a:gdLst>
              <a:gd name="connsiteX0" fmla="*/ 0 w 4476920"/>
              <a:gd name="connsiteY0" fmla="*/ 0 h 521208"/>
              <a:gd name="connsiteX1" fmla="*/ 684329 w 4476920"/>
              <a:gd name="connsiteY1" fmla="*/ 0 h 521208"/>
              <a:gd name="connsiteX2" fmla="*/ 1234351 w 4476920"/>
              <a:gd name="connsiteY2" fmla="*/ 0 h 521208"/>
              <a:gd name="connsiteX3" fmla="*/ 1829142 w 4476920"/>
              <a:gd name="connsiteY3" fmla="*/ 0 h 521208"/>
              <a:gd name="connsiteX4" fmla="*/ 2558240 w 4476920"/>
              <a:gd name="connsiteY4" fmla="*/ 0 h 521208"/>
              <a:gd name="connsiteX5" fmla="*/ 3197800 w 4476920"/>
              <a:gd name="connsiteY5" fmla="*/ 0 h 521208"/>
              <a:gd name="connsiteX6" fmla="*/ 3792591 w 4476920"/>
              <a:gd name="connsiteY6" fmla="*/ 0 h 521208"/>
              <a:gd name="connsiteX7" fmla="*/ 4476920 w 4476920"/>
              <a:gd name="connsiteY7" fmla="*/ 0 h 521208"/>
              <a:gd name="connsiteX8" fmla="*/ 4476920 w 4476920"/>
              <a:gd name="connsiteY8" fmla="*/ 521208 h 521208"/>
              <a:gd name="connsiteX9" fmla="*/ 3926898 w 4476920"/>
              <a:gd name="connsiteY9" fmla="*/ 521208 h 521208"/>
              <a:gd name="connsiteX10" fmla="*/ 3376877 w 4476920"/>
              <a:gd name="connsiteY10" fmla="*/ 521208 h 521208"/>
              <a:gd name="connsiteX11" fmla="*/ 2871624 w 4476920"/>
              <a:gd name="connsiteY11" fmla="*/ 521208 h 521208"/>
              <a:gd name="connsiteX12" fmla="*/ 2276834 w 4476920"/>
              <a:gd name="connsiteY12" fmla="*/ 521208 h 521208"/>
              <a:gd name="connsiteX13" fmla="*/ 1726812 w 4476920"/>
              <a:gd name="connsiteY13" fmla="*/ 521208 h 521208"/>
              <a:gd name="connsiteX14" fmla="*/ 1087252 w 4476920"/>
              <a:gd name="connsiteY14" fmla="*/ 521208 h 521208"/>
              <a:gd name="connsiteX15" fmla="*/ 0 w 4476920"/>
              <a:gd name="connsiteY15" fmla="*/ 521208 h 521208"/>
              <a:gd name="connsiteX16" fmla="*/ 0 w 4476920"/>
              <a:gd name="connsiteY16" fmla="*/ 0 h 5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76920" h="521208" fill="none" extrusionOk="0">
                <a:moveTo>
                  <a:pt x="0" y="0"/>
                </a:moveTo>
                <a:cubicBezTo>
                  <a:pt x="251469" y="4997"/>
                  <a:pt x="536442" y="1592"/>
                  <a:pt x="684329" y="0"/>
                </a:cubicBezTo>
                <a:cubicBezTo>
                  <a:pt x="832216" y="-1592"/>
                  <a:pt x="963960" y="-27493"/>
                  <a:pt x="1234351" y="0"/>
                </a:cubicBezTo>
                <a:cubicBezTo>
                  <a:pt x="1504742" y="27493"/>
                  <a:pt x="1598678" y="28171"/>
                  <a:pt x="1829142" y="0"/>
                </a:cubicBezTo>
                <a:cubicBezTo>
                  <a:pt x="2059606" y="-28171"/>
                  <a:pt x="2410626" y="-28337"/>
                  <a:pt x="2558240" y="0"/>
                </a:cubicBezTo>
                <a:cubicBezTo>
                  <a:pt x="2705854" y="28337"/>
                  <a:pt x="2951216" y="1963"/>
                  <a:pt x="3197800" y="0"/>
                </a:cubicBezTo>
                <a:cubicBezTo>
                  <a:pt x="3444384" y="-1963"/>
                  <a:pt x="3501697" y="-26766"/>
                  <a:pt x="3792591" y="0"/>
                </a:cubicBezTo>
                <a:cubicBezTo>
                  <a:pt x="4083485" y="26766"/>
                  <a:pt x="4153785" y="19068"/>
                  <a:pt x="4476920" y="0"/>
                </a:cubicBezTo>
                <a:cubicBezTo>
                  <a:pt x="4496946" y="176160"/>
                  <a:pt x="4474695" y="365739"/>
                  <a:pt x="4476920" y="521208"/>
                </a:cubicBezTo>
                <a:cubicBezTo>
                  <a:pt x="4284857" y="521010"/>
                  <a:pt x="4130816" y="535885"/>
                  <a:pt x="3926898" y="521208"/>
                </a:cubicBezTo>
                <a:cubicBezTo>
                  <a:pt x="3722980" y="506531"/>
                  <a:pt x="3506025" y="540733"/>
                  <a:pt x="3376877" y="521208"/>
                </a:cubicBezTo>
                <a:cubicBezTo>
                  <a:pt x="3247729" y="501683"/>
                  <a:pt x="3075380" y="526589"/>
                  <a:pt x="2871624" y="521208"/>
                </a:cubicBezTo>
                <a:cubicBezTo>
                  <a:pt x="2667868" y="515827"/>
                  <a:pt x="2482876" y="532092"/>
                  <a:pt x="2276834" y="521208"/>
                </a:cubicBezTo>
                <a:cubicBezTo>
                  <a:pt x="2070792" y="510325"/>
                  <a:pt x="1988355" y="546967"/>
                  <a:pt x="1726812" y="521208"/>
                </a:cubicBezTo>
                <a:cubicBezTo>
                  <a:pt x="1465269" y="495449"/>
                  <a:pt x="1360085" y="505620"/>
                  <a:pt x="1087252" y="521208"/>
                </a:cubicBezTo>
                <a:cubicBezTo>
                  <a:pt x="814419" y="536796"/>
                  <a:pt x="337032" y="483702"/>
                  <a:pt x="0" y="521208"/>
                </a:cubicBezTo>
                <a:cubicBezTo>
                  <a:pt x="16107" y="320057"/>
                  <a:pt x="-22048" y="237052"/>
                  <a:pt x="0" y="0"/>
                </a:cubicBezTo>
                <a:close/>
              </a:path>
              <a:path w="4476920" h="521208" stroke="0" extrusionOk="0">
                <a:moveTo>
                  <a:pt x="0" y="0"/>
                </a:moveTo>
                <a:cubicBezTo>
                  <a:pt x="257461" y="-28107"/>
                  <a:pt x="502707" y="32460"/>
                  <a:pt x="729098" y="0"/>
                </a:cubicBezTo>
                <a:cubicBezTo>
                  <a:pt x="955489" y="-32460"/>
                  <a:pt x="1046038" y="-7973"/>
                  <a:pt x="1279120" y="0"/>
                </a:cubicBezTo>
                <a:cubicBezTo>
                  <a:pt x="1512202" y="7973"/>
                  <a:pt x="1704720" y="-4001"/>
                  <a:pt x="1873911" y="0"/>
                </a:cubicBezTo>
                <a:cubicBezTo>
                  <a:pt x="2043102" y="4001"/>
                  <a:pt x="2238517" y="2523"/>
                  <a:pt x="2423932" y="0"/>
                </a:cubicBezTo>
                <a:cubicBezTo>
                  <a:pt x="2609347" y="-2523"/>
                  <a:pt x="2777082" y="7133"/>
                  <a:pt x="2929185" y="0"/>
                </a:cubicBezTo>
                <a:cubicBezTo>
                  <a:pt x="3081288" y="-7133"/>
                  <a:pt x="3182103" y="13044"/>
                  <a:pt x="3434437" y="0"/>
                </a:cubicBezTo>
                <a:cubicBezTo>
                  <a:pt x="3686771" y="-13044"/>
                  <a:pt x="4153294" y="16035"/>
                  <a:pt x="4476920" y="0"/>
                </a:cubicBezTo>
                <a:cubicBezTo>
                  <a:pt x="4488268" y="220810"/>
                  <a:pt x="4470870" y="406351"/>
                  <a:pt x="4476920" y="521208"/>
                </a:cubicBezTo>
                <a:cubicBezTo>
                  <a:pt x="4273948" y="522203"/>
                  <a:pt x="4101908" y="525054"/>
                  <a:pt x="3837360" y="521208"/>
                </a:cubicBezTo>
                <a:cubicBezTo>
                  <a:pt x="3572812" y="517362"/>
                  <a:pt x="3390682" y="509196"/>
                  <a:pt x="3242569" y="521208"/>
                </a:cubicBezTo>
                <a:cubicBezTo>
                  <a:pt x="3094456" y="533220"/>
                  <a:pt x="2937880" y="536066"/>
                  <a:pt x="2737317" y="521208"/>
                </a:cubicBezTo>
                <a:cubicBezTo>
                  <a:pt x="2536754" y="506350"/>
                  <a:pt x="2238690" y="544659"/>
                  <a:pt x="2097757" y="521208"/>
                </a:cubicBezTo>
                <a:cubicBezTo>
                  <a:pt x="1956824" y="497757"/>
                  <a:pt x="1844518" y="545153"/>
                  <a:pt x="1592504" y="521208"/>
                </a:cubicBezTo>
                <a:cubicBezTo>
                  <a:pt x="1340490" y="497263"/>
                  <a:pt x="1113765" y="523931"/>
                  <a:pt x="908175" y="521208"/>
                </a:cubicBezTo>
                <a:cubicBezTo>
                  <a:pt x="702585" y="518485"/>
                  <a:pt x="448596" y="511496"/>
                  <a:pt x="0" y="521208"/>
                </a:cubicBezTo>
                <a:cubicBezTo>
                  <a:pt x="10859" y="286549"/>
                  <a:pt x="11954" y="194447"/>
                  <a:pt x="0" y="0"/>
                </a:cubicBezTo>
                <a:close/>
              </a:path>
            </a:pathLst>
          </a:custGeom>
          <a:ln>
            <a:extLst>
              <a:ext uri="{C807C97D-BFC1-408E-A445-0C87EB9F89A2}">
                <ask:lineSketchStyleProps xmlns:ask="http://schemas.microsoft.com/office/drawing/2018/sketchyshapes" sd="3273543333">
                  <ask:type>
                    <ask:lineSketchFreehand/>
                  </ask:type>
                </ask:lineSketchStyleProps>
              </a:ext>
            </a:extLst>
          </a:ln>
        </p:spPr>
        <p:txBody>
          <a:bodyPr>
            <a:normAutofit fontScale="90000"/>
          </a:bodyPr>
          <a:lstStyle/>
          <a:p>
            <a:r>
              <a:rPr lang="en-US" sz="2800" b="1" dirty="0">
                <a:effectLst/>
                <a:latin typeface="Times New Roman" panose="02020603050405020304" pitchFamily="18" charset="0"/>
                <a:ea typeface="Times New Roman" panose="02020603050405020304" pitchFamily="18" charset="0"/>
              </a:rPr>
              <a:t>Acknowledgement</a:t>
            </a:r>
            <a:endParaRPr lang="en-US" dirty="0"/>
          </a:p>
        </p:txBody>
      </p:sp>
      <p:sp>
        <p:nvSpPr>
          <p:cNvPr id="5" name="TextBox 4">
            <a:extLst>
              <a:ext uri="{FF2B5EF4-FFF2-40B4-BE49-F238E27FC236}">
                <a16:creationId xmlns:a16="http://schemas.microsoft.com/office/drawing/2014/main" id="{51CCB321-3278-D579-E8AA-D2952DBB1704}"/>
              </a:ext>
            </a:extLst>
          </p:cNvPr>
          <p:cNvSpPr txBox="1"/>
          <p:nvPr/>
        </p:nvSpPr>
        <p:spPr>
          <a:xfrm>
            <a:off x="393289" y="1040605"/>
            <a:ext cx="11423463" cy="5444247"/>
          </a:xfrm>
          <a:prstGeom prst="rect">
            <a:avLst/>
          </a:prstGeom>
          <a:noFill/>
        </p:spPr>
        <p:txBody>
          <a:bodyPr wrap="square">
            <a:spAutoFit/>
          </a:bodyPr>
          <a:lstStyle/>
          <a:p>
            <a:pPr marL="457200" marR="0" algn="just">
              <a:lnSpc>
                <a:spcPct val="150000"/>
              </a:lnSpc>
              <a:spcAft>
                <a:spcPts val="800"/>
              </a:spcAft>
              <a:buNone/>
            </a:pP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I would like to express my sincere gratitude to </a:t>
            </a:r>
            <a:r>
              <a:rPr lang="en-US" sz="1800" b="1" kern="0" dirty="0">
                <a:effectLst/>
                <a:latin typeface="Times New Roman" panose="02020603050405020304" pitchFamily="18" charset="0"/>
                <a:ea typeface="Times New Roman" panose="02020603050405020304" pitchFamily="18" charset="0"/>
                <a:cs typeface="Mangal" panose="02040503050203030202" pitchFamily="18" charset="0"/>
              </a:rPr>
              <a:t>Dr. Devendra Singh </a:t>
            </a: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for his invaluable guidance, encouragement, and support throughout the course of this project on </a:t>
            </a:r>
            <a:r>
              <a:rPr lang="en-US" sz="1800" b="1" kern="0" dirty="0">
                <a:effectLst/>
                <a:latin typeface="Times New Roman" panose="02020603050405020304" pitchFamily="18" charset="0"/>
                <a:ea typeface="Times New Roman" panose="02020603050405020304" pitchFamily="18" charset="0"/>
                <a:cs typeface="Mangal" panose="02040503050203030202" pitchFamily="18" charset="0"/>
              </a:rPr>
              <a:t>“Speckle Pattern”. </a:t>
            </a: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His expertise and insights have been instrumental in shaping the direction of this work and enhancing my understanding of the subject.</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50000"/>
              </a:lnSpc>
              <a:spcAft>
                <a:spcPts val="800"/>
              </a:spcAft>
              <a:buNone/>
            </a:pP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I am thankful to other faculties</a:t>
            </a:r>
            <a:r>
              <a:rPr lang="en-US" sz="1800" b="1" kern="0" dirty="0">
                <a:effectLst/>
                <a:latin typeface="Times New Roman" panose="02020603050405020304" pitchFamily="18" charset="0"/>
                <a:ea typeface="Times New Roman" panose="02020603050405020304" pitchFamily="18" charset="0"/>
                <a:cs typeface="Mangal" panose="02040503050203030202" pitchFamily="18" charset="0"/>
              </a:rPr>
              <a:t> Prof. B. C. Yadav, Prof. Devesh Kumar, Late Dr. Ramesh Chandra, Dr. Anil Kumar Yadav, Dr. Khem B. Thapa, Dr. Ajeet Kumar Maurya and Dr. Rajesh Kumar Singh </a:t>
            </a: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who were always helpful and generous throughout this period.</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50000"/>
              </a:lnSpc>
              <a:spcAft>
                <a:spcPts val="800"/>
              </a:spcAft>
              <a:buNone/>
            </a:pP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I am also thankful to my friends</a:t>
            </a:r>
            <a:r>
              <a:rPr lang="en-US" sz="1800" b="1" kern="0" dirty="0">
                <a:effectLst/>
                <a:latin typeface="Times New Roman" panose="02020603050405020304" pitchFamily="18" charset="0"/>
                <a:ea typeface="Times New Roman" panose="02020603050405020304" pitchFamily="18" charset="0"/>
                <a:cs typeface="Mangal" panose="02040503050203030202" pitchFamily="18" charset="0"/>
              </a:rPr>
              <a:t> </a:t>
            </a: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for providing the necessary resources and facilities to carry out this project. The learning experience gained during this project has been both enlightening and rewarding, and I am truly appreciative of the opportunity.</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50000"/>
              </a:lnSpc>
              <a:spcAft>
                <a:spcPts val="800"/>
              </a:spcAft>
              <a:buNone/>
            </a:pP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Lastly, I extend my gratitude to my peers and family for their constant motivation and encouragement, which played a significant role in the successful completion of this project.</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50000"/>
              </a:lnSpc>
              <a:spcAft>
                <a:spcPts val="800"/>
              </a:spcAft>
            </a:pPr>
            <a:r>
              <a:rPr lang="en-US" sz="1800" kern="0" dirty="0">
                <a:effectLst/>
                <a:latin typeface="Times New Roman" panose="02020603050405020304" pitchFamily="18" charset="0"/>
                <a:ea typeface="Times New Roman" panose="02020603050405020304" pitchFamily="18" charset="0"/>
                <a:cs typeface="Mangal" panose="02040503050203030202" pitchFamily="18" charset="0"/>
              </a:rPr>
              <a:t>Thank you all for your contributions and support.</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041561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15F0A7B-7361-CD59-F05D-311CC2FF1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4173F-57C9-2B75-A34F-3AD9E62139BD}"/>
              </a:ext>
            </a:extLst>
          </p:cNvPr>
          <p:cNvSpPr>
            <a:spLocks noGrp="1"/>
          </p:cNvSpPr>
          <p:nvPr>
            <p:ph type="title"/>
          </p:nvPr>
        </p:nvSpPr>
        <p:spPr>
          <a:xfrm>
            <a:off x="2038013" y="1832462"/>
            <a:ext cx="8115974" cy="3193075"/>
          </a:xfrm>
          <a:custGeom>
            <a:avLst/>
            <a:gdLst>
              <a:gd name="connsiteX0" fmla="*/ 0 w 8115974"/>
              <a:gd name="connsiteY0" fmla="*/ 0 h 3193075"/>
              <a:gd name="connsiteX1" fmla="*/ 742032 w 8115974"/>
              <a:gd name="connsiteY1" fmla="*/ 0 h 3193075"/>
              <a:gd name="connsiteX2" fmla="*/ 1321744 w 8115974"/>
              <a:gd name="connsiteY2" fmla="*/ 0 h 3193075"/>
              <a:gd name="connsiteX3" fmla="*/ 1657978 w 8115974"/>
              <a:gd name="connsiteY3" fmla="*/ 0 h 3193075"/>
              <a:gd name="connsiteX4" fmla="*/ 2237690 w 8115974"/>
              <a:gd name="connsiteY4" fmla="*/ 0 h 3193075"/>
              <a:gd name="connsiteX5" fmla="*/ 2817402 w 8115974"/>
              <a:gd name="connsiteY5" fmla="*/ 0 h 3193075"/>
              <a:gd name="connsiteX6" fmla="*/ 3397115 w 8115974"/>
              <a:gd name="connsiteY6" fmla="*/ 0 h 3193075"/>
              <a:gd name="connsiteX7" fmla="*/ 3895668 w 8115974"/>
              <a:gd name="connsiteY7" fmla="*/ 0 h 3193075"/>
              <a:gd name="connsiteX8" fmla="*/ 4231901 w 8115974"/>
              <a:gd name="connsiteY8" fmla="*/ 0 h 3193075"/>
              <a:gd name="connsiteX9" fmla="*/ 4973933 w 8115974"/>
              <a:gd name="connsiteY9" fmla="*/ 0 h 3193075"/>
              <a:gd name="connsiteX10" fmla="*/ 5310166 w 8115974"/>
              <a:gd name="connsiteY10" fmla="*/ 0 h 3193075"/>
              <a:gd name="connsiteX11" fmla="*/ 5889878 w 8115974"/>
              <a:gd name="connsiteY11" fmla="*/ 0 h 3193075"/>
              <a:gd name="connsiteX12" fmla="*/ 6469591 w 8115974"/>
              <a:gd name="connsiteY12" fmla="*/ 0 h 3193075"/>
              <a:gd name="connsiteX13" fmla="*/ 6886984 w 8115974"/>
              <a:gd name="connsiteY13" fmla="*/ 0 h 3193075"/>
              <a:gd name="connsiteX14" fmla="*/ 7223217 w 8115974"/>
              <a:gd name="connsiteY14" fmla="*/ 0 h 3193075"/>
              <a:gd name="connsiteX15" fmla="*/ 8115974 w 8115974"/>
              <a:gd name="connsiteY15" fmla="*/ 0 h 3193075"/>
              <a:gd name="connsiteX16" fmla="*/ 8115974 w 8115974"/>
              <a:gd name="connsiteY16" fmla="*/ 532179 h 3193075"/>
              <a:gd name="connsiteX17" fmla="*/ 8115974 w 8115974"/>
              <a:gd name="connsiteY17" fmla="*/ 1096289 h 3193075"/>
              <a:gd name="connsiteX18" fmla="*/ 8115974 w 8115974"/>
              <a:gd name="connsiteY18" fmla="*/ 1596538 h 3193075"/>
              <a:gd name="connsiteX19" fmla="*/ 8115974 w 8115974"/>
              <a:gd name="connsiteY19" fmla="*/ 2096786 h 3193075"/>
              <a:gd name="connsiteX20" fmla="*/ 8115974 w 8115974"/>
              <a:gd name="connsiteY20" fmla="*/ 2597034 h 3193075"/>
              <a:gd name="connsiteX21" fmla="*/ 8115974 w 8115974"/>
              <a:gd name="connsiteY21" fmla="*/ 3193075 h 3193075"/>
              <a:gd name="connsiteX22" fmla="*/ 7698581 w 8115974"/>
              <a:gd name="connsiteY22" fmla="*/ 3193075 h 3193075"/>
              <a:gd name="connsiteX23" fmla="*/ 7037709 w 8115974"/>
              <a:gd name="connsiteY23" fmla="*/ 3193075 h 3193075"/>
              <a:gd name="connsiteX24" fmla="*/ 6620316 w 8115974"/>
              <a:gd name="connsiteY24" fmla="*/ 3193075 h 3193075"/>
              <a:gd name="connsiteX25" fmla="*/ 6284083 w 8115974"/>
              <a:gd name="connsiteY25" fmla="*/ 3193075 h 3193075"/>
              <a:gd name="connsiteX26" fmla="*/ 5866690 w 8115974"/>
              <a:gd name="connsiteY26" fmla="*/ 3193075 h 3193075"/>
              <a:gd name="connsiteX27" fmla="*/ 5530457 w 8115974"/>
              <a:gd name="connsiteY27" fmla="*/ 3193075 h 3193075"/>
              <a:gd name="connsiteX28" fmla="*/ 5113064 w 8115974"/>
              <a:gd name="connsiteY28" fmla="*/ 3193075 h 3193075"/>
              <a:gd name="connsiteX29" fmla="*/ 4776830 w 8115974"/>
              <a:gd name="connsiteY29" fmla="*/ 3193075 h 3193075"/>
              <a:gd name="connsiteX30" fmla="*/ 4359437 w 8115974"/>
              <a:gd name="connsiteY30" fmla="*/ 3193075 h 3193075"/>
              <a:gd name="connsiteX31" fmla="*/ 3942045 w 8115974"/>
              <a:gd name="connsiteY31" fmla="*/ 3193075 h 3193075"/>
              <a:gd name="connsiteX32" fmla="*/ 3362332 w 8115974"/>
              <a:gd name="connsiteY32" fmla="*/ 3193075 h 3193075"/>
              <a:gd name="connsiteX33" fmla="*/ 2701460 w 8115974"/>
              <a:gd name="connsiteY33" fmla="*/ 3193075 h 3193075"/>
              <a:gd name="connsiteX34" fmla="*/ 2284067 w 8115974"/>
              <a:gd name="connsiteY34" fmla="*/ 3193075 h 3193075"/>
              <a:gd name="connsiteX35" fmla="*/ 1785514 w 8115974"/>
              <a:gd name="connsiteY35" fmla="*/ 3193075 h 3193075"/>
              <a:gd name="connsiteX36" fmla="*/ 1205802 w 8115974"/>
              <a:gd name="connsiteY36" fmla="*/ 3193075 h 3193075"/>
              <a:gd name="connsiteX37" fmla="*/ 626089 w 8115974"/>
              <a:gd name="connsiteY37" fmla="*/ 3193075 h 3193075"/>
              <a:gd name="connsiteX38" fmla="*/ 0 w 8115974"/>
              <a:gd name="connsiteY38" fmla="*/ 3193075 h 3193075"/>
              <a:gd name="connsiteX39" fmla="*/ 0 w 8115974"/>
              <a:gd name="connsiteY39" fmla="*/ 2756688 h 3193075"/>
              <a:gd name="connsiteX40" fmla="*/ 0 w 8115974"/>
              <a:gd name="connsiteY40" fmla="*/ 2320301 h 3193075"/>
              <a:gd name="connsiteX41" fmla="*/ 0 w 8115974"/>
              <a:gd name="connsiteY41" fmla="*/ 1820053 h 3193075"/>
              <a:gd name="connsiteX42" fmla="*/ 0 w 8115974"/>
              <a:gd name="connsiteY42" fmla="*/ 1255943 h 3193075"/>
              <a:gd name="connsiteX43" fmla="*/ 0 w 8115974"/>
              <a:gd name="connsiteY43" fmla="*/ 755694 h 3193075"/>
              <a:gd name="connsiteX44" fmla="*/ 0 w 8115974"/>
              <a:gd name="connsiteY44" fmla="*/ 0 h 31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8115974" h="3193075" fill="none" extrusionOk="0">
                <a:moveTo>
                  <a:pt x="0" y="0"/>
                </a:moveTo>
                <a:cubicBezTo>
                  <a:pt x="164634" y="-47460"/>
                  <a:pt x="443572" y="317"/>
                  <a:pt x="742032" y="0"/>
                </a:cubicBezTo>
                <a:cubicBezTo>
                  <a:pt x="1040492" y="-317"/>
                  <a:pt x="1172197" y="40973"/>
                  <a:pt x="1321744" y="0"/>
                </a:cubicBezTo>
                <a:cubicBezTo>
                  <a:pt x="1471291" y="-40973"/>
                  <a:pt x="1590077" y="29258"/>
                  <a:pt x="1657978" y="0"/>
                </a:cubicBezTo>
                <a:cubicBezTo>
                  <a:pt x="1725879" y="-29258"/>
                  <a:pt x="2041099" y="16773"/>
                  <a:pt x="2237690" y="0"/>
                </a:cubicBezTo>
                <a:cubicBezTo>
                  <a:pt x="2434281" y="-16773"/>
                  <a:pt x="2528331" y="19435"/>
                  <a:pt x="2817402" y="0"/>
                </a:cubicBezTo>
                <a:cubicBezTo>
                  <a:pt x="3106473" y="-19435"/>
                  <a:pt x="3223011" y="47970"/>
                  <a:pt x="3397115" y="0"/>
                </a:cubicBezTo>
                <a:cubicBezTo>
                  <a:pt x="3571219" y="-47970"/>
                  <a:pt x="3734303" y="56215"/>
                  <a:pt x="3895668" y="0"/>
                </a:cubicBezTo>
                <a:cubicBezTo>
                  <a:pt x="4057033" y="-56215"/>
                  <a:pt x="4141051" y="14624"/>
                  <a:pt x="4231901" y="0"/>
                </a:cubicBezTo>
                <a:cubicBezTo>
                  <a:pt x="4322751" y="-14624"/>
                  <a:pt x="4738206" y="63245"/>
                  <a:pt x="4973933" y="0"/>
                </a:cubicBezTo>
                <a:cubicBezTo>
                  <a:pt x="5209660" y="-63245"/>
                  <a:pt x="5241688" y="37641"/>
                  <a:pt x="5310166" y="0"/>
                </a:cubicBezTo>
                <a:cubicBezTo>
                  <a:pt x="5378644" y="-37641"/>
                  <a:pt x="5684210" y="31947"/>
                  <a:pt x="5889878" y="0"/>
                </a:cubicBezTo>
                <a:cubicBezTo>
                  <a:pt x="6095546" y="-31947"/>
                  <a:pt x="6229468" y="42068"/>
                  <a:pt x="6469591" y="0"/>
                </a:cubicBezTo>
                <a:cubicBezTo>
                  <a:pt x="6709714" y="-42068"/>
                  <a:pt x="6694700" y="17645"/>
                  <a:pt x="6886984" y="0"/>
                </a:cubicBezTo>
                <a:cubicBezTo>
                  <a:pt x="7079268" y="-17645"/>
                  <a:pt x="7125544" y="27104"/>
                  <a:pt x="7223217" y="0"/>
                </a:cubicBezTo>
                <a:cubicBezTo>
                  <a:pt x="7320890" y="-27104"/>
                  <a:pt x="7672166" y="60980"/>
                  <a:pt x="8115974" y="0"/>
                </a:cubicBezTo>
                <a:cubicBezTo>
                  <a:pt x="8136019" y="151987"/>
                  <a:pt x="8088791" y="334100"/>
                  <a:pt x="8115974" y="532179"/>
                </a:cubicBezTo>
                <a:cubicBezTo>
                  <a:pt x="8143157" y="730258"/>
                  <a:pt x="8059338" y="927826"/>
                  <a:pt x="8115974" y="1096289"/>
                </a:cubicBezTo>
                <a:cubicBezTo>
                  <a:pt x="8172610" y="1264752"/>
                  <a:pt x="8081057" y="1346954"/>
                  <a:pt x="8115974" y="1596538"/>
                </a:cubicBezTo>
                <a:cubicBezTo>
                  <a:pt x="8150891" y="1846122"/>
                  <a:pt x="8064370" y="1919763"/>
                  <a:pt x="8115974" y="2096786"/>
                </a:cubicBezTo>
                <a:cubicBezTo>
                  <a:pt x="8167578" y="2273809"/>
                  <a:pt x="8113760" y="2388570"/>
                  <a:pt x="8115974" y="2597034"/>
                </a:cubicBezTo>
                <a:cubicBezTo>
                  <a:pt x="8118188" y="2805498"/>
                  <a:pt x="8059386" y="2911494"/>
                  <a:pt x="8115974" y="3193075"/>
                </a:cubicBezTo>
                <a:cubicBezTo>
                  <a:pt x="7947818" y="3227293"/>
                  <a:pt x="7793670" y="3147898"/>
                  <a:pt x="7698581" y="3193075"/>
                </a:cubicBezTo>
                <a:cubicBezTo>
                  <a:pt x="7603492" y="3238252"/>
                  <a:pt x="7310588" y="3142615"/>
                  <a:pt x="7037709" y="3193075"/>
                </a:cubicBezTo>
                <a:cubicBezTo>
                  <a:pt x="6764830" y="3243535"/>
                  <a:pt x="6723199" y="3182805"/>
                  <a:pt x="6620316" y="3193075"/>
                </a:cubicBezTo>
                <a:cubicBezTo>
                  <a:pt x="6517433" y="3203345"/>
                  <a:pt x="6367484" y="3168978"/>
                  <a:pt x="6284083" y="3193075"/>
                </a:cubicBezTo>
                <a:cubicBezTo>
                  <a:pt x="6200682" y="3217172"/>
                  <a:pt x="6050990" y="3144085"/>
                  <a:pt x="5866690" y="3193075"/>
                </a:cubicBezTo>
                <a:cubicBezTo>
                  <a:pt x="5682390" y="3242065"/>
                  <a:pt x="5607663" y="3164977"/>
                  <a:pt x="5530457" y="3193075"/>
                </a:cubicBezTo>
                <a:cubicBezTo>
                  <a:pt x="5453251" y="3221173"/>
                  <a:pt x="5211400" y="3171226"/>
                  <a:pt x="5113064" y="3193075"/>
                </a:cubicBezTo>
                <a:cubicBezTo>
                  <a:pt x="5014728" y="3214924"/>
                  <a:pt x="4879381" y="3189199"/>
                  <a:pt x="4776830" y="3193075"/>
                </a:cubicBezTo>
                <a:cubicBezTo>
                  <a:pt x="4674279" y="3196951"/>
                  <a:pt x="4552543" y="3179687"/>
                  <a:pt x="4359437" y="3193075"/>
                </a:cubicBezTo>
                <a:cubicBezTo>
                  <a:pt x="4166331" y="3206463"/>
                  <a:pt x="4122126" y="3177268"/>
                  <a:pt x="3942045" y="3193075"/>
                </a:cubicBezTo>
                <a:cubicBezTo>
                  <a:pt x="3761964" y="3208882"/>
                  <a:pt x="3557904" y="3192687"/>
                  <a:pt x="3362332" y="3193075"/>
                </a:cubicBezTo>
                <a:cubicBezTo>
                  <a:pt x="3166760" y="3193463"/>
                  <a:pt x="2959523" y="3137005"/>
                  <a:pt x="2701460" y="3193075"/>
                </a:cubicBezTo>
                <a:cubicBezTo>
                  <a:pt x="2443397" y="3249145"/>
                  <a:pt x="2385169" y="3152832"/>
                  <a:pt x="2284067" y="3193075"/>
                </a:cubicBezTo>
                <a:cubicBezTo>
                  <a:pt x="2182965" y="3233318"/>
                  <a:pt x="2009516" y="3134903"/>
                  <a:pt x="1785514" y="3193075"/>
                </a:cubicBezTo>
                <a:cubicBezTo>
                  <a:pt x="1561512" y="3251247"/>
                  <a:pt x="1326515" y="3143425"/>
                  <a:pt x="1205802" y="3193075"/>
                </a:cubicBezTo>
                <a:cubicBezTo>
                  <a:pt x="1085089" y="3242725"/>
                  <a:pt x="874328" y="3161897"/>
                  <a:pt x="626089" y="3193075"/>
                </a:cubicBezTo>
                <a:cubicBezTo>
                  <a:pt x="377850" y="3224253"/>
                  <a:pt x="265157" y="3172718"/>
                  <a:pt x="0" y="3193075"/>
                </a:cubicBezTo>
                <a:cubicBezTo>
                  <a:pt x="-45128" y="2993412"/>
                  <a:pt x="8251" y="2904380"/>
                  <a:pt x="0" y="2756688"/>
                </a:cubicBezTo>
                <a:cubicBezTo>
                  <a:pt x="-8251" y="2608996"/>
                  <a:pt x="50210" y="2515898"/>
                  <a:pt x="0" y="2320301"/>
                </a:cubicBezTo>
                <a:cubicBezTo>
                  <a:pt x="-50210" y="2124704"/>
                  <a:pt x="12099" y="2023598"/>
                  <a:pt x="0" y="1820053"/>
                </a:cubicBezTo>
                <a:cubicBezTo>
                  <a:pt x="-12099" y="1616508"/>
                  <a:pt x="64468" y="1475906"/>
                  <a:pt x="0" y="1255943"/>
                </a:cubicBezTo>
                <a:cubicBezTo>
                  <a:pt x="-64468" y="1035980"/>
                  <a:pt x="44358" y="985448"/>
                  <a:pt x="0" y="755694"/>
                </a:cubicBezTo>
                <a:cubicBezTo>
                  <a:pt x="-44358" y="525940"/>
                  <a:pt x="9128" y="207756"/>
                  <a:pt x="0" y="0"/>
                </a:cubicBezTo>
                <a:close/>
              </a:path>
              <a:path w="8115974" h="3193075" stroke="0" extrusionOk="0">
                <a:moveTo>
                  <a:pt x="0" y="0"/>
                </a:moveTo>
                <a:cubicBezTo>
                  <a:pt x="227646" y="-26044"/>
                  <a:pt x="508122" y="69786"/>
                  <a:pt x="660872" y="0"/>
                </a:cubicBezTo>
                <a:cubicBezTo>
                  <a:pt x="813622" y="-69786"/>
                  <a:pt x="1007417" y="54759"/>
                  <a:pt x="1321744" y="0"/>
                </a:cubicBezTo>
                <a:cubicBezTo>
                  <a:pt x="1636071" y="-54759"/>
                  <a:pt x="1913506" y="57148"/>
                  <a:pt x="2063776" y="0"/>
                </a:cubicBezTo>
                <a:cubicBezTo>
                  <a:pt x="2214046" y="-57148"/>
                  <a:pt x="2415447" y="50507"/>
                  <a:pt x="2643489" y="0"/>
                </a:cubicBezTo>
                <a:cubicBezTo>
                  <a:pt x="2871531" y="-50507"/>
                  <a:pt x="3045553" y="68932"/>
                  <a:pt x="3385521" y="0"/>
                </a:cubicBezTo>
                <a:cubicBezTo>
                  <a:pt x="3725489" y="-68932"/>
                  <a:pt x="3751697" y="218"/>
                  <a:pt x="3884073" y="0"/>
                </a:cubicBezTo>
                <a:cubicBezTo>
                  <a:pt x="4016449" y="-218"/>
                  <a:pt x="4401225" y="61637"/>
                  <a:pt x="4544945" y="0"/>
                </a:cubicBezTo>
                <a:cubicBezTo>
                  <a:pt x="4688665" y="-61637"/>
                  <a:pt x="4881088" y="51358"/>
                  <a:pt x="5205818" y="0"/>
                </a:cubicBezTo>
                <a:cubicBezTo>
                  <a:pt x="5530548" y="-51358"/>
                  <a:pt x="5428804" y="37807"/>
                  <a:pt x="5623211" y="0"/>
                </a:cubicBezTo>
                <a:cubicBezTo>
                  <a:pt x="5817618" y="-37807"/>
                  <a:pt x="6017619" y="2954"/>
                  <a:pt x="6121763" y="0"/>
                </a:cubicBezTo>
                <a:cubicBezTo>
                  <a:pt x="6225907" y="-2954"/>
                  <a:pt x="6351247" y="49977"/>
                  <a:pt x="6539156" y="0"/>
                </a:cubicBezTo>
                <a:cubicBezTo>
                  <a:pt x="6727065" y="-49977"/>
                  <a:pt x="6895341" y="45003"/>
                  <a:pt x="7200028" y="0"/>
                </a:cubicBezTo>
                <a:cubicBezTo>
                  <a:pt x="7504715" y="-45003"/>
                  <a:pt x="7402633" y="5667"/>
                  <a:pt x="7536262" y="0"/>
                </a:cubicBezTo>
                <a:cubicBezTo>
                  <a:pt x="7669891" y="-5667"/>
                  <a:pt x="7966375" y="49481"/>
                  <a:pt x="8115974" y="0"/>
                </a:cubicBezTo>
                <a:cubicBezTo>
                  <a:pt x="8178880" y="159222"/>
                  <a:pt x="8062827" y="377627"/>
                  <a:pt x="8115974" y="532179"/>
                </a:cubicBezTo>
                <a:cubicBezTo>
                  <a:pt x="8169121" y="686731"/>
                  <a:pt x="8110239" y="931160"/>
                  <a:pt x="8115974" y="1064358"/>
                </a:cubicBezTo>
                <a:cubicBezTo>
                  <a:pt x="8121709" y="1197556"/>
                  <a:pt x="8076324" y="1459892"/>
                  <a:pt x="8115974" y="1564607"/>
                </a:cubicBezTo>
                <a:cubicBezTo>
                  <a:pt x="8155624" y="1669322"/>
                  <a:pt x="8089020" y="2032441"/>
                  <a:pt x="8115974" y="2160647"/>
                </a:cubicBezTo>
                <a:cubicBezTo>
                  <a:pt x="8142928" y="2288853"/>
                  <a:pt x="8049911" y="2479430"/>
                  <a:pt x="8115974" y="2724757"/>
                </a:cubicBezTo>
                <a:cubicBezTo>
                  <a:pt x="8182037" y="2970084"/>
                  <a:pt x="8073758" y="3010182"/>
                  <a:pt x="8115974" y="3193075"/>
                </a:cubicBezTo>
                <a:cubicBezTo>
                  <a:pt x="7884009" y="3269098"/>
                  <a:pt x="7716163" y="3186337"/>
                  <a:pt x="7373942" y="3193075"/>
                </a:cubicBezTo>
                <a:cubicBezTo>
                  <a:pt x="7031721" y="3199813"/>
                  <a:pt x="7034386" y="3140151"/>
                  <a:pt x="6794230" y="3193075"/>
                </a:cubicBezTo>
                <a:cubicBezTo>
                  <a:pt x="6554074" y="3245999"/>
                  <a:pt x="6591605" y="3166597"/>
                  <a:pt x="6457996" y="3193075"/>
                </a:cubicBezTo>
                <a:cubicBezTo>
                  <a:pt x="6324387" y="3219553"/>
                  <a:pt x="6026254" y="3160136"/>
                  <a:pt x="5878284" y="3193075"/>
                </a:cubicBezTo>
                <a:cubicBezTo>
                  <a:pt x="5730314" y="3226014"/>
                  <a:pt x="5499597" y="3179160"/>
                  <a:pt x="5298572" y="3193075"/>
                </a:cubicBezTo>
                <a:cubicBezTo>
                  <a:pt x="5097547" y="3206990"/>
                  <a:pt x="4984447" y="3162919"/>
                  <a:pt x="4881179" y="3193075"/>
                </a:cubicBezTo>
                <a:cubicBezTo>
                  <a:pt x="4777911" y="3223231"/>
                  <a:pt x="4362350" y="3188929"/>
                  <a:pt x="4220306" y="3193075"/>
                </a:cubicBezTo>
                <a:cubicBezTo>
                  <a:pt x="4078262" y="3197221"/>
                  <a:pt x="3960919" y="3180385"/>
                  <a:pt x="3721754" y="3193075"/>
                </a:cubicBezTo>
                <a:cubicBezTo>
                  <a:pt x="3482589" y="3205765"/>
                  <a:pt x="3445186" y="3168718"/>
                  <a:pt x="3304361" y="3193075"/>
                </a:cubicBezTo>
                <a:cubicBezTo>
                  <a:pt x="3163536" y="3217432"/>
                  <a:pt x="2937357" y="3165393"/>
                  <a:pt x="2805808" y="3193075"/>
                </a:cubicBezTo>
                <a:cubicBezTo>
                  <a:pt x="2674259" y="3220757"/>
                  <a:pt x="2443139" y="3191924"/>
                  <a:pt x="2226096" y="3193075"/>
                </a:cubicBezTo>
                <a:cubicBezTo>
                  <a:pt x="2009053" y="3194226"/>
                  <a:pt x="1954250" y="3181151"/>
                  <a:pt x="1727543" y="3193075"/>
                </a:cubicBezTo>
                <a:cubicBezTo>
                  <a:pt x="1500836" y="3204999"/>
                  <a:pt x="1269680" y="3158843"/>
                  <a:pt x="985511" y="3193075"/>
                </a:cubicBezTo>
                <a:cubicBezTo>
                  <a:pt x="701342" y="3227307"/>
                  <a:pt x="749330" y="3152952"/>
                  <a:pt x="568118" y="3193075"/>
                </a:cubicBezTo>
                <a:cubicBezTo>
                  <a:pt x="386906" y="3233198"/>
                  <a:pt x="217565" y="3136686"/>
                  <a:pt x="0" y="3193075"/>
                </a:cubicBezTo>
                <a:cubicBezTo>
                  <a:pt x="-7321" y="2950235"/>
                  <a:pt x="38068" y="2775798"/>
                  <a:pt x="0" y="2660896"/>
                </a:cubicBezTo>
                <a:cubicBezTo>
                  <a:pt x="-38068" y="2545994"/>
                  <a:pt x="37616" y="2379661"/>
                  <a:pt x="0" y="2160647"/>
                </a:cubicBezTo>
                <a:cubicBezTo>
                  <a:pt x="-37616" y="1941633"/>
                  <a:pt x="59633" y="1702213"/>
                  <a:pt x="0" y="1564607"/>
                </a:cubicBezTo>
                <a:cubicBezTo>
                  <a:pt x="-59633" y="1427001"/>
                  <a:pt x="38001" y="1185642"/>
                  <a:pt x="0" y="1000497"/>
                </a:cubicBezTo>
                <a:cubicBezTo>
                  <a:pt x="-38001" y="815352"/>
                  <a:pt x="15209" y="717849"/>
                  <a:pt x="0" y="468318"/>
                </a:cubicBezTo>
                <a:cubicBezTo>
                  <a:pt x="-15209" y="218787"/>
                  <a:pt x="40707" y="154928"/>
                  <a:pt x="0" y="0"/>
                </a:cubicBezTo>
                <a:close/>
              </a:path>
            </a:pathLst>
          </a:custGeom>
          <a:ln>
            <a:extLst>
              <a:ext uri="{C807C97D-BFC1-408E-A445-0C87EB9F89A2}">
                <ask:lineSketchStyleProps xmlns:ask="http://schemas.microsoft.com/office/drawing/2018/sketchyshapes" sd="607798180">
                  <ask:type>
                    <ask:lineSketchScribble/>
                  </ask:type>
                </ask:lineSketchStyleProps>
              </a:ext>
            </a:extLst>
          </a:ln>
        </p:spPr>
        <p:txBody>
          <a:bodyPr>
            <a:noAutofit/>
          </a:bodyPr>
          <a:lstStyle/>
          <a:p>
            <a:r>
              <a:rPr lang="en-US" sz="8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ea typeface="Times New Roman" panose="02020603050405020304" pitchFamily="18" charset="0"/>
              </a:rPr>
              <a:t>THANK YOU</a:t>
            </a:r>
            <a:endParaRPr lang="en-US" sz="8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35185719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550</TotalTime>
  <Words>1396</Words>
  <Application>Microsoft Office PowerPoint</Application>
  <PresentationFormat>Widescreen</PresentationFormat>
  <Paragraphs>136</Paragraphs>
  <Slides>15</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Century</vt:lpstr>
      <vt:lpstr>Gill Sans MT</vt:lpstr>
      <vt:lpstr>Symbol</vt:lpstr>
      <vt:lpstr>Times New Roman</vt:lpstr>
      <vt:lpstr>Wingdings</vt:lpstr>
      <vt:lpstr>Parcel</vt:lpstr>
      <vt:lpstr>SPECKLE PATTERN</vt:lpstr>
      <vt:lpstr>CONTENT</vt:lpstr>
      <vt:lpstr>Introduction</vt:lpstr>
      <vt:lpstr>Literature REVIEW</vt:lpstr>
      <vt:lpstr>Objective</vt:lpstr>
      <vt:lpstr>Methodology</vt:lpstr>
      <vt:lpstr>GUI Layout and Controls</vt:lpstr>
      <vt:lpstr>Speckle Simulation &amp; Filtering – Code Logic</vt:lpstr>
      <vt:lpstr>Expected Outcome</vt:lpstr>
      <vt:lpstr>results</vt:lpstr>
      <vt:lpstr>Future Scope</vt:lpstr>
      <vt:lpstr>Conclusion</vt:lpstr>
      <vt:lpstr>References</vt:lpstr>
      <vt:lpstr>Acknowledgement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adityaps358@outlook.com</dc:creator>
  <cp:lastModifiedBy>Aditya Pratap Singh</cp:lastModifiedBy>
  <cp:revision>76</cp:revision>
  <dcterms:created xsi:type="dcterms:W3CDTF">2024-12-11T15:19:45Z</dcterms:created>
  <dcterms:modified xsi:type="dcterms:W3CDTF">2025-05-15T10:46:51Z</dcterms:modified>
</cp:coreProperties>
</file>